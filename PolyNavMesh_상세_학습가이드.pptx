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a0029a5584a83" /><Relationship Type="http://schemas.openxmlformats.org/officeDocument/2006/relationships/extended-properties" Target="/docProps/app.xml" Id="R6bb6477ac3414908" /><Relationship Type="http://schemas.openxmlformats.org/officeDocument/2006/relationships/officeDocument" Target="/ppt/presentation.xml" Id="Ra617a0e1e669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81e470235d4b63"/>
  </p:sldMasterIdLst>
  <p:notesMasterIdLst>
    <p:notesMasterId xmlns:r="http://schemas.openxmlformats.org/officeDocument/2006/relationships" r:id="R2edccfa9450a4cdf"/>
  </p:notesMasterIdLst>
  <p:sldIdLst>
    <p:sldId xmlns:r="http://schemas.openxmlformats.org/officeDocument/2006/relationships" id="256" r:id="R29b3e53016ee4698"/>
    <p:sldId xmlns:r="http://schemas.openxmlformats.org/officeDocument/2006/relationships" id="257" r:id="Rb537912338da479b"/>
    <p:sldId xmlns:r="http://schemas.openxmlformats.org/officeDocument/2006/relationships" id="258" r:id="R099f5178269c4ac4"/>
    <p:sldId xmlns:r="http://schemas.openxmlformats.org/officeDocument/2006/relationships" id="259" r:id="Rbd8eb066f0944c7a"/>
    <p:sldId xmlns:r="http://schemas.openxmlformats.org/officeDocument/2006/relationships" id="260" r:id="Re479ab2666e24378"/>
    <p:sldId xmlns:r="http://schemas.openxmlformats.org/officeDocument/2006/relationships" id="261" r:id="R73fa51e154b945a4"/>
    <p:sldId xmlns:r="http://schemas.openxmlformats.org/officeDocument/2006/relationships" id="262" r:id="R5e6d27c2db064d8c"/>
    <p:sldId xmlns:r="http://schemas.openxmlformats.org/officeDocument/2006/relationships" id="263" r:id="R5fa81acf32054473"/>
    <p:sldId xmlns:r="http://schemas.openxmlformats.org/officeDocument/2006/relationships" id="264" r:id="R14978ed9b19d4951"/>
    <p:sldId xmlns:r="http://schemas.openxmlformats.org/officeDocument/2006/relationships" id="265" r:id="R6b7acb0d92bc421a"/>
    <p:sldId xmlns:r="http://schemas.openxmlformats.org/officeDocument/2006/relationships" id="266" r:id="R750c9ec5f50c40fa"/>
    <p:sldId xmlns:r="http://schemas.openxmlformats.org/officeDocument/2006/relationships" id="267" r:id="Rae70ba18b8844ece"/>
    <p:sldId xmlns:r="http://schemas.openxmlformats.org/officeDocument/2006/relationships" id="268" r:id="R7b3a0a1fbfd84f70"/>
    <p:sldId xmlns:r="http://schemas.openxmlformats.org/officeDocument/2006/relationships" id="269" r:id="R85277ba1aa464f04"/>
    <p:sldId xmlns:r="http://schemas.openxmlformats.org/officeDocument/2006/relationships" id="270" r:id="Rd9ebce956d59494e"/>
    <p:sldId xmlns:r="http://schemas.openxmlformats.org/officeDocument/2006/relationships" id="271" r:id="R80165959d157482a"/>
    <p:sldId xmlns:r="http://schemas.openxmlformats.org/officeDocument/2006/relationships" id="272" r:id="Rdb4374530be941bc"/>
    <p:sldId xmlns:r="http://schemas.openxmlformats.org/officeDocument/2006/relationships" id="273" r:id="R65efc693aaec4da6"/>
    <p:sldId xmlns:r="http://schemas.openxmlformats.org/officeDocument/2006/relationships" id="274" r:id="R4401083b969745ef"/>
    <p:sldId xmlns:r="http://schemas.openxmlformats.org/officeDocument/2006/relationships" id="275" r:id="Rffe0eebac2724dc8"/>
    <p:sldId xmlns:r="http://schemas.openxmlformats.org/officeDocument/2006/relationships" id="276" r:id="Rf525f976194a4091"/>
    <p:sldId xmlns:r="http://schemas.openxmlformats.org/officeDocument/2006/relationships" id="277" r:id="Rc50d17d1ac1a48c1"/>
    <p:sldId xmlns:r="http://schemas.openxmlformats.org/officeDocument/2006/relationships" id="278" r:id="Rbea031e359134a8a"/>
    <p:sldId xmlns:r="http://schemas.openxmlformats.org/officeDocument/2006/relationships" id="279" r:id="R813f801db6c644b9"/>
    <p:sldId xmlns:r="http://schemas.openxmlformats.org/officeDocument/2006/relationships" id="280" r:id="Re04ef0c9d39c489b"/>
    <p:sldId xmlns:r="http://schemas.openxmlformats.org/officeDocument/2006/relationships" id="281" r:id="R2c83fd5cffa6438b"/>
    <p:sldId xmlns:r="http://schemas.openxmlformats.org/officeDocument/2006/relationships" id="282" r:id="R5fed8bf6f5be4a30"/>
    <p:sldId xmlns:r="http://schemas.openxmlformats.org/officeDocument/2006/relationships" id="283" r:id="R3a9cc984e576471d"/>
    <p:sldId xmlns:r="http://schemas.openxmlformats.org/officeDocument/2006/relationships" id="284" r:id="Rba58d5b5fd2740b1"/>
    <p:sldId xmlns:r="http://schemas.openxmlformats.org/officeDocument/2006/relationships" id="285" r:id="R110552fd85974e63"/>
    <p:sldId xmlns:r="http://schemas.openxmlformats.org/officeDocument/2006/relationships" id="286" r:id="Rf4f733c23ad44e33"/>
    <p:sldId xmlns:r="http://schemas.openxmlformats.org/officeDocument/2006/relationships" id="287" r:id="Rda172062f37747c3"/>
    <p:sldId xmlns:r="http://schemas.openxmlformats.org/officeDocument/2006/relationships" id="288" r:id="R9ac8dcfc7edc4066"/>
    <p:sldId xmlns:r="http://schemas.openxmlformats.org/officeDocument/2006/relationships" id="289" r:id="Rf2fa0b0b6a6442fb"/>
    <p:sldId xmlns:r="http://schemas.openxmlformats.org/officeDocument/2006/relationships" id="290" r:id="R9d4671d800ab411a"/>
    <p:sldId xmlns:r="http://schemas.openxmlformats.org/officeDocument/2006/relationships" id="291" r:id="R0b6f23f0ba424399"/>
    <p:sldId xmlns:r="http://schemas.openxmlformats.org/officeDocument/2006/relationships" id="292" r:id="Rdd3166b59d46420e"/>
    <p:sldId xmlns:r="http://schemas.openxmlformats.org/officeDocument/2006/relationships" id="293" r:id="Re480b472ca9143f2"/>
    <p:sldId xmlns:r="http://schemas.openxmlformats.org/officeDocument/2006/relationships" id="294" r:id="Rb8b61bc1a59f442d"/>
    <p:sldId xmlns:r="http://schemas.openxmlformats.org/officeDocument/2006/relationships" id="295" r:id="R12a4c3d32f9c4409"/>
    <p:sldId xmlns:r="http://schemas.openxmlformats.org/officeDocument/2006/relationships" id="296" r:id="Re47b9ace34324d69"/>
    <p:sldId xmlns:r="http://schemas.openxmlformats.org/officeDocument/2006/relationships" id="297" r:id="Rbdb787e34647452d"/>
    <p:sldId xmlns:r="http://schemas.openxmlformats.org/officeDocument/2006/relationships" id="298" r:id="Rebb7d7c4f3a542bc"/>
    <p:sldId xmlns:r="http://schemas.openxmlformats.org/officeDocument/2006/relationships" id="299" r:id="R5f4897a8fce34297"/>
    <p:sldId xmlns:r="http://schemas.openxmlformats.org/officeDocument/2006/relationships" id="300" r:id="R5ad8c86c66694168"/>
    <p:sldId xmlns:r="http://schemas.openxmlformats.org/officeDocument/2006/relationships" id="301" r:id="R3a0311924602403d"/>
    <p:sldId xmlns:r="http://schemas.openxmlformats.org/officeDocument/2006/relationships" id="302" r:id="Ra38afbac4e1b42ff"/>
    <p:sldId xmlns:r="http://schemas.openxmlformats.org/officeDocument/2006/relationships" id="303" r:id="R0b6ab4f23cb9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d57a0cfc54e7c" /><Relationship Type="http://schemas.openxmlformats.org/officeDocument/2006/relationships/slideMaster" Target="/ppt/slideMasters/slideMaster1.xml" Id="Rf481e470235d4b63" /><Relationship Type="http://schemas.openxmlformats.org/officeDocument/2006/relationships/notesMaster" Target="/ppt/notesMasters/notesMaster1.xml" Id="R2edccfa9450a4cdf" /><Relationship Type="http://schemas.openxmlformats.org/officeDocument/2006/relationships/presProps" Target="/ppt/presProps.xml" Id="R2d7f896619e94713" /><Relationship Type="http://schemas.openxmlformats.org/officeDocument/2006/relationships/tableStyles" Target="/ppt/tableStyles.xml" Id="Raad6203a98174e49" /><Relationship Type="http://schemas.openxmlformats.org/officeDocument/2006/relationships/slide" Target="/ppt/slides/slide1.xml" Id="R29b3e53016ee4698" /><Relationship Type="http://schemas.openxmlformats.org/officeDocument/2006/relationships/slide" Target="/ppt/slides/slide2.xml" Id="Rb537912338da479b" /><Relationship Type="http://schemas.openxmlformats.org/officeDocument/2006/relationships/slide" Target="/ppt/slides/slide3.xml" Id="R099f5178269c4ac4" /><Relationship Type="http://schemas.openxmlformats.org/officeDocument/2006/relationships/slide" Target="/ppt/slides/slide4.xml" Id="Rbd8eb066f0944c7a" /><Relationship Type="http://schemas.openxmlformats.org/officeDocument/2006/relationships/slide" Target="/ppt/slides/slide5.xml" Id="Re479ab2666e24378" /><Relationship Type="http://schemas.openxmlformats.org/officeDocument/2006/relationships/slide" Target="/ppt/slides/slide6.xml" Id="R73fa51e154b945a4" /><Relationship Type="http://schemas.openxmlformats.org/officeDocument/2006/relationships/slide" Target="/ppt/slides/slide7.xml" Id="R5e6d27c2db064d8c" /><Relationship Type="http://schemas.openxmlformats.org/officeDocument/2006/relationships/slide" Target="/ppt/slides/slide8.xml" Id="R5fa81acf32054473" /><Relationship Type="http://schemas.openxmlformats.org/officeDocument/2006/relationships/slide" Target="/ppt/slides/slide9.xml" Id="R14978ed9b19d4951" /><Relationship Type="http://schemas.openxmlformats.org/officeDocument/2006/relationships/slide" Target="/ppt/slides/slide10.xml" Id="R6b7acb0d92bc421a" /><Relationship Type="http://schemas.openxmlformats.org/officeDocument/2006/relationships/slide" Target="/ppt/slides/slide11.xml" Id="R750c9ec5f50c40fa" /><Relationship Type="http://schemas.openxmlformats.org/officeDocument/2006/relationships/slide" Target="/ppt/slides/slide12.xml" Id="Rae70ba18b8844ece" /><Relationship Type="http://schemas.openxmlformats.org/officeDocument/2006/relationships/slide" Target="/ppt/slides/slide13.xml" Id="R7b3a0a1fbfd84f70" /><Relationship Type="http://schemas.openxmlformats.org/officeDocument/2006/relationships/slide" Target="/ppt/slides/slide14.xml" Id="R85277ba1aa464f04" /><Relationship Type="http://schemas.openxmlformats.org/officeDocument/2006/relationships/slide" Target="/ppt/slides/slide15.xml" Id="Rd9ebce956d59494e" /><Relationship Type="http://schemas.openxmlformats.org/officeDocument/2006/relationships/slide" Target="/ppt/slides/slide16.xml" Id="R80165959d157482a" /><Relationship Type="http://schemas.openxmlformats.org/officeDocument/2006/relationships/slide" Target="/ppt/slides/slide17.xml" Id="Rdb4374530be941bc" /><Relationship Type="http://schemas.openxmlformats.org/officeDocument/2006/relationships/slide" Target="/ppt/slides/slide18.xml" Id="R65efc693aaec4da6" /><Relationship Type="http://schemas.openxmlformats.org/officeDocument/2006/relationships/slide" Target="/ppt/slides/slide19.xml" Id="R4401083b969745ef" /><Relationship Type="http://schemas.openxmlformats.org/officeDocument/2006/relationships/slide" Target="/ppt/slides/slide20.xml" Id="Rffe0eebac2724dc8" /><Relationship Type="http://schemas.openxmlformats.org/officeDocument/2006/relationships/slide" Target="/ppt/slides/slide21.xml" Id="Rf525f976194a4091" /><Relationship Type="http://schemas.openxmlformats.org/officeDocument/2006/relationships/slide" Target="/ppt/slides/slide22.xml" Id="Rc50d17d1ac1a48c1" /><Relationship Type="http://schemas.openxmlformats.org/officeDocument/2006/relationships/slide" Target="/ppt/slides/slide23.xml" Id="Rbea031e359134a8a" /><Relationship Type="http://schemas.openxmlformats.org/officeDocument/2006/relationships/slide" Target="/ppt/slides/slide24.xml" Id="R813f801db6c644b9" /><Relationship Type="http://schemas.openxmlformats.org/officeDocument/2006/relationships/slide" Target="/ppt/slides/slide25.xml" Id="Re04ef0c9d39c489b" /><Relationship Type="http://schemas.openxmlformats.org/officeDocument/2006/relationships/slide" Target="/ppt/slides/slide26.xml" Id="R2c83fd5cffa6438b" /><Relationship Type="http://schemas.openxmlformats.org/officeDocument/2006/relationships/slide" Target="/ppt/slides/slide27.xml" Id="R5fed8bf6f5be4a30" /><Relationship Type="http://schemas.openxmlformats.org/officeDocument/2006/relationships/slide" Target="/ppt/slides/slide28.xml" Id="R3a9cc984e576471d" /><Relationship Type="http://schemas.openxmlformats.org/officeDocument/2006/relationships/slide" Target="/ppt/slides/slide29.xml" Id="Rba58d5b5fd2740b1" /><Relationship Type="http://schemas.openxmlformats.org/officeDocument/2006/relationships/slide" Target="/ppt/slides/slide30.xml" Id="R110552fd85974e63" /><Relationship Type="http://schemas.openxmlformats.org/officeDocument/2006/relationships/slide" Target="/ppt/slides/slide31.xml" Id="Rf4f733c23ad44e33" /><Relationship Type="http://schemas.openxmlformats.org/officeDocument/2006/relationships/slide" Target="/ppt/slides/slide32.xml" Id="Rda172062f37747c3" /><Relationship Type="http://schemas.openxmlformats.org/officeDocument/2006/relationships/slide" Target="/ppt/slides/slide33.xml" Id="R9ac8dcfc7edc4066" /><Relationship Type="http://schemas.openxmlformats.org/officeDocument/2006/relationships/slide" Target="/ppt/slides/slide34.xml" Id="Rf2fa0b0b6a6442fb" /><Relationship Type="http://schemas.openxmlformats.org/officeDocument/2006/relationships/slide" Target="/ppt/slides/slide35.xml" Id="R9d4671d800ab411a" /><Relationship Type="http://schemas.openxmlformats.org/officeDocument/2006/relationships/slide" Target="/ppt/slides/slide36.xml" Id="R0b6f23f0ba424399" /><Relationship Type="http://schemas.openxmlformats.org/officeDocument/2006/relationships/slide" Target="/ppt/slides/slide37.xml" Id="Rdd3166b59d46420e" /><Relationship Type="http://schemas.openxmlformats.org/officeDocument/2006/relationships/slide" Target="/ppt/slides/slide38.xml" Id="Re480b472ca9143f2" /><Relationship Type="http://schemas.openxmlformats.org/officeDocument/2006/relationships/slide" Target="/ppt/slides/slide39.xml" Id="Rb8b61bc1a59f442d" /><Relationship Type="http://schemas.openxmlformats.org/officeDocument/2006/relationships/slide" Target="/ppt/slides/slide40.xml" Id="R12a4c3d32f9c4409" /><Relationship Type="http://schemas.openxmlformats.org/officeDocument/2006/relationships/slide" Target="/ppt/slides/slide41.xml" Id="Re47b9ace34324d69" /><Relationship Type="http://schemas.openxmlformats.org/officeDocument/2006/relationships/slide" Target="/ppt/slides/slide42.xml" Id="Rbdb787e34647452d" /><Relationship Type="http://schemas.openxmlformats.org/officeDocument/2006/relationships/slide" Target="/ppt/slides/slide43.xml" Id="Rebb7d7c4f3a542bc" /><Relationship Type="http://schemas.openxmlformats.org/officeDocument/2006/relationships/slide" Target="/ppt/slides/slide44.xml" Id="R5f4897a8fce34297" /><Relationship Type="http://schemas.openxmlformats.org/officeDocument/2006/relationships/slide" Target="/ppt/slides/slide45.xml" Id="R5ad8c86c66694168" /><Relationship Type="http://schemas.openxmlformats.org/officeDocument/2006/relationships/slide" Target="/ppt/slides/slide46.xml" Id="R3a0311924602403d" /><Relationship Type="http://schemas.openxmlformats.org/officeDocument/2006/relationships/slide" Target="/ppt/slides/slide47.xml" Id="Ra38afbac4e1b42ff" /><Relationship Type="http://schemas.openxmlformats.org/officeDocument/2006/relationships/slide" Target="/ppt/slides/slide48.xml" Id="R0b6ab4f23cb9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302671fa5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olyNavMesh Learning">
      <a:dk1>
        <a:srgbClr val="000000"/>
      </a:dk1>
      <a:lt1>
        <a:srgbClr val="FFFFFF"/>
      </a:lt1>
      <a:dk2>
        <a:srgbClr val="262626"/>
      </a:dk2>
      <a:lt2>
        <a:srgbClr val="E7E7E7"/>
      </a:lt2>
      <a:accent1>
        <a:srgbClr val="3D8DFF"/>
      </a:accent1>
      <a:accent2>
        <a:srgbClr val="6DCBF4"/>
      </a:accent2>
      <a:accent3>
        <a:srgbClr val="F3A847"/>
      </a:accent3>
      <a:accent4>
        <a:srgbClr val="D9534F"/>
      </a:accent4>
      <a:accent5>
        <a:srgbClr val="55A66F"/>
      </a:accent5>
      <a:accent6>
        <a:srgbClr val="7467C8"/>
      </a:accent6>
      <a:hlink>
        <a:srgbClr val="3D8DFF"/>
      </a:hlink>
      <a:folHlink>
        <a:srgbClr val="7467C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lyNavMesh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fb18674d34d86" /><Relationship Type="http://schemas.openxmlformats.org/officeDocument/2006/relationships/notesMaster" Target="/ppt/notesMasters/notesMaster1.xml" Id="R5b5cfe859a02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e6a0c94df4792" /><Relationship Type="http://schemas.openxmlformats.org/officeDocument/2006/relationships/notesMaster" Target="/ppt/notesMasters/notesMaster1.xml" Id="R419ec8df8351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fa38923954337" /><Relationship Type="http://schemas.openxmlformats.org/officeDocument/2006/relationships/notesMaster" Target="/ppt/notesMasters/notesMaster1.xml" Id="R10bad1a268e1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69e39321d4d50" /><Relationship Type="http://schemas.openxmlformats.org/officeDocument/2006/relationships/notesMaster" Target="/ppt/notesMasters/notesMaster1.xml" Id="R25e2288050e94d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d5175e367445d2" /><Relationship Type="http://schemas.openxmlformats.org/officeDocument/2006/relationships/notesMaster" Target="/ppt/notesMasters/notesMaster1.xml" Id="Redaf6e0c84ed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1c26b9839d4026" /><Relationship Type="http://schemas.openxmlformats.org/officeDocument/2006/relationships/notesMaster" Target="/ppt/notesMasters/notesMaster1.xml" Id="Rd2ba3f1ed122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5cd5bf3c784e00" /><Relationship Type="http://schemas.openxmlformats.org/officeDocument/2006/relationships/notesMaster" Target="/ppt/notesMasters/notesMaster1.xml" Id="R941675d4c7c4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3d76f5409401e" /><Relationship Type="http://schemas.openxmlformats.org/officeDocument/2006/relationships/notesMaster" Target="/ppt/notesMasters/notesMaster1.xml" Id="R871e13b51a764b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5dbe0cd6774b62" /><Relationship Type="http://schemas.openxmlformats.org/officeDocument/2006/relationships/notesMaster" Target="/ppt/notesMasters/notesMaster1.xml" Id="R2dfe00527cb948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c00930bf1844aa" /><Relationship Type="http://schemas.openxmlformats.org/officeDocument/2006/relationships/notesMaster" Target="/ppt/notesMasters/notesMaster1.xml" Id="R81f908bd00df4d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d5934191cc4e69" /><Relationship Type="http://schemas.openxmlformats.org/officeDocument/2006/relationships/notesMaster" Target="/ppt/notesMasters/notesMaster1.xml" Id="Rd8294225c67745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c77700278411c" /><Relationship Type="http://schemas.openxmlformats.org/officeDocument/2006/relationships/notesMaster" Target="/ppt/notesMasters/notesMaster1.xml" Id="Rb953aafed5e348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38088de29b4d0b" /><Relationship Type="http://schemas.openxmlformats.org/officeDocument/2006/relationships/notesMaster" Target="/ppt/notesMasters/notesMaster1.xml" Id="R8dab19d2a7404b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ca37fc64404f71" /><Relationship Type="http://schemas.openxmlformats.org/officeDocument/2006/relationships/notesMaster" Target="/ppt/notesMasters/notesMaster1.xml" Id="R444c210446dd49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dbbcc86cb04754" /><Relationship Type="http://schemas.openxmlformats.org/officeDocument/2006/relationships/notesMaster" Target="/ppt/notesMasters/notesMaster1.xml" Id="R6113fc25a7104a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b6c829e7734f4f" /><Relationship Type="http://schemas.openxmlformats.org/officeDocument/2006/relationships/notesMaster" Target="/ppt/notesMasters/notesMaster1.xml" Id="Rd64281dfc4294d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b8ea612486472b" /><Relationship Type="http://schemas.openxmlformats.org/officeDocument/2006/relationships/notesMaster" Target="/ppt/notesMasters/notesMaster1.xml" Id="Rb1f323ccaf274f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af00c4630a4a52" /><Relationship Type="http://schemas.openxmlformats.org/officeDocument/2006/relationships/notesMaster" Target="/ppt/notesMasters/notesMaster1.xml" Id="R0d166b64bcc043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ba0d42531b4eb7" /><Relationship Type="http://schemas.openxmlformats.org/officeDocument/2006/relationships/notesMaster" Target="/ppt/notesMasters/notesMaster1.xml" Id="Rffe3af12715049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938c9ae47a4e83" /><Relationship Type="http://schemas.openxmlformats.org/officeDocument/2006/relationships/notesMaster" Target="/ppt/notesMasters/notesMaster1.xml" Id="R64217cc0da0547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10790c8e5c46a9" /><Relationship Type="http://schemas.openxmlformats.org/officeDocument/2006/relationships/notesMaster" Target="/ppt/notesMasters/notesMaster1.xml" Id="R0d01cefb6ba84e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b39ac30aa74d9b" /><Relationship Type="http://schemas.openxmlformats.org/officeDocument/2006/relationships/notesMaster" Target="/ppt/notesMasters/notesMaster1.xml" Id="R966fca17e9e34a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fefaaa4d6e4372" /><Relationship Type="http://schemas.openxmlformats.org/officeDocument/2006/relationships/notesMaster" Target="/ppt/notesMasters/notesMaster1.xml" Id="R388d88c061bd4a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7ee09439674960" /><Relationship Type="http://schemas.openxmlformats.org/officeDocument/2006/relationships/notesMaster" Target="/ppt/notesMasters/notesMaster1.xml" Id="R503be2c6cfad42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937a3c972e41c0" /><Relationship Type="http://schemas.openxmlformats.org/officeDocument/2006/relationships/notesMaster" Target="/ppt/notesMasters/notesMaster1.xml" Id="Rb4ce9c01d8bd4e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5e0bf072b444a4" /><Relationship Type="http://schemas.openxmlformats.org/officeDocument/2006/relationships/notesMaster" Target="/ppt/notesMasters/notesMaster1.xml" Id="R18cb13b3c4e44b2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6438d9d0984447" /><Relationship Type="http://schemas.openxmlformats.org/officeDocument/2006/relationships/notesMaster" Target="/ppt/notesMasters/notesMaster1.xml" Id="Rdaf636ec0cec46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a0b791cbd64fba" /><Relationship Type="http://schemas.openxmlformats.org/officeDocument/2006/relationships/notesMaster" Target="/ppt/notesMasters/notesMaster1.xml" Id="Rabc72e210d2d46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9a4c2f6a904ab0" /><Relationship Type="http://schemas.openxmlformats.org/officeDocument/2006/relationships/notesMaster" Target="/ppt/notesMasters/notesMaster1.xml" Id="R78bb8364b7a3438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67ed3abae3744d4" /><Relationship Type="http://schemas.openxmlformats.org/officeDocument/2006/relationships/notesMaster" Target="/ppt/notesMasters/notesMaster1.xml" Id="R034ae56a1fa14b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81c3f9eb9bc4ad4" /><Relationship Type="http://schemas.openxmlformats.org/officeDocument/2006/relationships/notesMaster" Target="/ppt/notesMasters/notesMaster1.xml" Id="R3bed8e727ec441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cfa8502d6f64334" /><Relationship Type="http://schemas.openxmlformats.org/officeDocument/2006/relationships/notesMaster" Target="/ppt/notesMasters/notesMaster1.xml" Id="R4db1636e107e41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3b6d3fd919642bd" /><Relationship Type="http://schemas.openxmlformats.org/officeDocument/2006/relationships/notesMaster" Target="/ppt/notesMasters/notesMaster1.xml" Id="R7d4ce9701e4c4f8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c15441647724b32" /><Relationship Type="http://schemas.openxmlformats.org/officeDocument/2006/relationships/notesMaster" Target="/ppt/notesMasters/notesMaster1.xml" Id="Rb42cdb09bc224f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34078b970cd4a08" /><Relationship Type="http://schemas.openxmlformats.org/officeDocument/2006/relationships/notesMaster" Target="/ppt/notesMasters/notesMaster1.xml" Id="Ra8cc94a122ae44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b38e079b034f75" /><Relationship Type="http://schemas.openxmlformats.org/officeDocument/2006/relationships/notesMaster" Target="/ppt/notesMasters/notesMaster1.xml" Id="R2a4ee515593d4e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0a0f7a7b6b34e69" /><Relationship Type="http://schemas.openxmlformats.org/officeDocument/2006/relationships/notesMaster" Target="/ppt/notesMasters/notesMaster1.xml" Id="R8f72bcfbf58042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a6f1a629d1c4f48" /><Relationship Type="http://schemas.openxmlformats.org/officeDocument/2006/relationships/notesMaster" Target="/ppt/notesMasters/notesMaster1.xml" Id="R96c52c04e8aa445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6f0c0a93914ee1" /><Relationship Type="http://schemas.openxmlformats.org/officeDocument/2006/relationships/notesMaster" Target="/ppt/notesMasters/notesMaster1.xml" Id="R27c77cc984c849c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a31a19e47064bc8" /><Relationship Type="http://schemas.openxmlformats.org/officeDocument/2006/relationships/notesMaster" Target="/ppt/notesMasters/notesMaster1.xml" Id="R8c9e4fadd1e1436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37b3b356d7c4a13" /><Relationship Type="http://schemas.openxmlformats.org/officeDocument/2006/relationships/notesMaster" Target="/ppt/notesMasters/notesMaster1.xml" Id="Ra76963ea031b4f5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f2d2ddc86b144f0" /><Relationship Type="http://schemas.openxmlformats.org/officeDocument/2006/relationships/notesMaster" Target="/ppt/notesMasters/notesMaster1.xml" Id="R40876671d9c340c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8415f70de444ffb" /><Relationship Type="http://schemas.openxmlformats.org/officeDocument/2006/relationships/notesMaster" Target="/ppt/notesMasters/notesMaster1.xml" Id="Re8ba90cfc67d4a6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7641055d81f4beb" /><Relationship Type="http://schemas.openxmlformats.org/officeDocument/2006/relationships/notesMaster" Target="/ppt/notesMasters/notesMaster1.xml" Id="R441b2c5b29154ee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79d91fb4d7444e0" /><Relationship Type="http://schemas.openxmlformats.org/officeDocument/2006/relationships/notesMaster" Target="/ppt/notesMasters/notesMaster1.xml" Id="Rbc16c622a6c5442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e8823a670dd46ab" /><Relationship Type="http://schemas.openxmlformats.org/officeDocument/2006/relationships/notesMaster" Target="/ppt/notesMasters/notesMaster1.xml" Id="R994eb8ef946449f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43723361bf14fe0" /><Relationship Type="http://schemas.openxmlformats.org/officeDocument/2006/relationships/notesMaster" Target="/ppt/notesMasters/notesMaster1.xml" Id="Rb5b0ddad8ac54ef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792febadf874366" /><Relationship Type="http://schemas.openxmlformats.org/officeDocument/2006/relationships/notesMaster" Target="/ppt/notesMasters/notesMaster1.xml" Id="R8f35c41e95fc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사용자가 제공한 PDF와 현재 TevLib 프로젝트 구조를 학습용으로 재구성한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1–35)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‘데이터가 만들어지고 소비되는 순서’로 읽는다: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1–35)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타일 중심 경로와 폴리곤 통로 경로의 차이를 먼저 이해시키는 슬라이드다.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번의 목적지 요청은 여섯 종류의 데이터를 통과한다: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1–31)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클래스 이름이 아니라 ‘책임’을 보면 구조가 단순해진다: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3–7, 22–31)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MinHeap은 가장 작은 F 값을 빠르게 꺼내기 위한 대기열이다: 두 개념을 같은 기준으로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2–3)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0부터 시작하는 배열 인덱스 공식을 시각적으로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2–3)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Push는 끝에 넣은 뒤 부모보다 작을 동안 위로 올린다.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2–3)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Pop은 루트를 꺼내고 마지막 값을 루트로 옮긴 뒤 아래로 내린다.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2–3)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Find와 DecreaseKey는 이미 열린 A* 노드의 비용을 낮출 때 필요하다.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2–3, 26–27)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PortalData는 두 폴리곤 사이에서 실제로 통과할 수 있는 선분이다: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3–4, 28–29)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PolygonData는 저장용, NavPolygon은 탐색용이다: 두 개념을 같은 기준으로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4–7)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AgentRadius는 장애물을 키우는 대신 이동 가능 영역을 안쪽으로 줄인다: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4, 14–16)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BakeData는 에디터 저장 결과를 런타임 조회 구조로 변환한다: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5–7)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ContainsPoint는 모든 모서리에 대해 점이 같은 방향 안쪽인지 검사한다.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6–7)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NavMeshBaker는 셀을 수집한 뒤 형상과 연결 정보를 차례로 만든다: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8–19)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CollectWalkableCells는 Tilemap 좌표를 HashSet에 모은다.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8–9)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RectInt의 xMax와 yMax는 포함 좌표가 아니라 ‘바로 다음 좌표’다: 두 개념을 같은 기준으로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9–11)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행에서는 이어진 Walkable 셀을 하나의 구간으로 압축한다.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9–11)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가로 구간이 다음 행에도 나타나면 기존 사각형의 높이를 늘린다.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9–11)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큰 사각형의 한 면에서 벽 상태가 바뀌면 Portal 계산이 모호해진다: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11–14)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SplitAtTransitions는 면을 따라가며 벽/열림 값이 바뀌는 좌표를 찾는다.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11–13)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TrySplitRect는 분할선이 Rect 내부에 있을 때만 두 조각을 만든다.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12–14)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ShrinkRect는 네 방향을 모두 줄이는 함수가 아니다: 두 개념을 같은 기준으로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14–16)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ClampInset은 반지름이 사각형 크기보다 커도 뒤집히지 않게 막는다.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14–16)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CellCornerToWorld는 셀 인덱스를 Tilemap의 실제 월드 모서리로 바꾼다.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15–17)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RectToPolygon은 BL → BR → TR → TL 순서로 CCW 정점을 만든다: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16–17)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수평 Portal은 한 Rect의 위쪽과 다른 Rect의 아래쪽이 같은 y일 때 생긴다.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17–18)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수직 Portal은 같은 방식으로 x를 고정하고 y 겹침을 구한다.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17–18)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Gizmo 색을 분리하면 Bake의 어느 단계가 틀렸는지 빠르게 보인다: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18–19, 33)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Bake 버튼을 누르면 최종 Asset이 만들어지는 순서: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8–19)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Funnel의 apex, left, right를 통로 안의 시야 원뿔로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시작점과 끝점을 폭 0인 Portal로 넣으면 한 반복문으로 처리할 수 있다.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TriArea2의 값은 크기보다 부호가 중요하다: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오른쪽 경계는 더 안쪽으로 들어올 때만 갱신한다.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경계는 오른쪽과 완전히 대칭인 부호를 사용한다.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코너를 확정하면 그 코너를 새 apex로 삼고 해당 지점부터 다시 읽는다.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20–22)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AStarNode의 G, F, Parent는 서로 다른 질문에 답한다: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22–23)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A* 반복문은 가장 유망한 폴리곤 하나를 꺼내 이웃을 완화한다.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23–27)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더 짧은 경로를 발견하면 Parent와 G를 바꾸고 힙 우선순위를 복구한다.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25–28)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Portal의 A/B는 진행 방향을 기준으로 left/right로 바꿔야 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28–29)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GetPath는 Unity 객체 접근과 무거운 계산의 경계를 나눈다: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23–31)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목표 폴리곤에 도달하지 못하면 가장 가까운 부분 경로의 끝점을 경계에 투영한다.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27–30)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Update는 현재 waypoint에 도착하면 인덱스를 넘기고 아니면 그쪽으로 이동한다. 번호는 왼쪽 코드 줄과 오른쪽 설명의 읽는 순서를 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29–31)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Enemy 코드는 경로를 계산하지 않고 NavAgent2D에 목적지만 전달한다: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31–33)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1–35)</a:t>
            </a:r>
          </a:p>
          <a:p xmlns:a="http://schemas.openxmlformats.org/drawingml/2006/main">
            <a:r>
              <a:t>- C:\Users\kimj0\UnityProject\My project\Assets\!TevLib\PolyNavMesh\Funnel.cs</a:t>
            </a:r>
          </a:p>
          <a:p xmlns:a="http://schemas.openxmlformats.org/drawingml/2006/main">
            <a:r>
              <a:t>- C:\Users\kimj0\UnityProject\My project\Assets\!TevLib\PolyNavMesh\NavMeshBaker.cs</a:t>
            </a:r>
          </a:p>
          <a:p xmlns:a="http://schemas.openxmlformats.org/drawingml/2006/main">
            <a:r>
              <a:t>- C:\Users\kimj0\UnityProject\My project\Assets\!TevLib\PolyNavMesh\NavAgent2D.cs</a:t>
            </a:r>
          </a:p>
          <a:p xmlns:a="http://schemas.openxmlformats.org/drawingml/2006/main">
            <a:r>
              <a:t>- C:\Users\kimj0\UnityProject\My project\Assets\01.Scripts\Agent\Enemy\MeleeEnemy.cs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StoppingDistance와 RemainingDistance는 ‘경로 계산’ 위에 얹는 이동 편의 기능이다: 왼쪽은 개념, 오른쪽은 코드가 실제로 지키는 규칙이다.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33–35)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문제가 생기면 결과를 거꾸로 추적하면 원인을 빨리 찾는다: 왼쪽에서 오른쪽으로 실제 호출 순서를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C:\Users\kimj0\Downloads\02. String pulling 알고리즘을 적용한 PolyNavMesh.pdf (pp. 1–35)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81e174727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ae73863444366" /><Relationship Type="http://schemas.openxmlformats.org/officeDocument/2006/relationships/slideLayout" Target="/ppt/slideLayouts/slideLayout1.xml" Id="R1d530d9cac6f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30d9cac6f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olyNavMesh Learning">
      <a:dk1>
        <a:srgbClr val="000000"/>
      </a:dk1>
      <a:lt1>
        <a:srgbClr val="FFFFFF"/>
      </a:lt1>
      <a:dk2>
        <a:srgbClr val="262626"/>
      </a:dk2>
      <a:lt2>
        <a:srgbClr val="E7E7E7"/>
      </a:lt2>
      <a:accent1>
        <a:srgbClr val="3D8DFF"/>
      </a:accent1>
      <a:accent2>
        <a:srgbClr val="6DCBF4"/>
      </a:accent2>
      <a:accent3>
        <a:srgbClr val="F3A847"/>
      </a:accent3>
      <a:accent4>
        <a:srgbClr val="D9534F"/>
      </a:accent4>
      <a:accent5>
        <a:srgbClr val="55A66F"/>
      </a:accent5>
      <a:accent6>
        <a:srgbClr val="7467C8"/>
      </a:accent6>
      <a:hlink>
        <a:srgbClr val="3D8DFF"/>
      </a:hlink>
      <a:folHlink>
        <a:srgbClr val="7467C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lyNavMesh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877f22b5e4112" /><Relationship Type="http://schemas.openxmlformats.org/officeDocument/2006/relationships/notesSlide" Target="/ppt/notesSlides/notesSlide1.xml" Id="R1c134f89204a49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5185383a642b5" /><Relationship Type="http://schemas.openxmlformats.org/officeDocument/2006/relationships/notesSlide" Target="/ppt/notesSlides/notesSlide2.xml" Id="R772a2008edc043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04ae18ec941dc" /><Relationship Type="http://schemas.openxmlformats.org/officeDocument/2006/relationships/notesSlide" Target="/ppt/notesSlides/notesSlide3.xml" Id="Rd3e4184f878e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f691f5ab4a34" /><Relationship Type="http://schemas.openxmlformats.org/officeDocument/2006/relationships/notesSlide" Target="/ppt/notesSlides/notesSlide4.xml" Id="R15f82bbc3ce34d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55f8fbd24479f" /><Relationship Type="http://schemas.openxmlformats.org/officeDocument/2006/relationships/notesSlide" Target="/ppt/notesSlides/notesSlide5.xml" Id="R51a7f8faa63345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bdf45b5074c76" /><Relationship Type="http://schemas.openxmlformats.org/officeDocument/2006/relationships/notesSlide" Target="/ppt/notesSlides/notesSlide6.xml" Id="R9307cfd89cc046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8da838484e54" /><Relationship Type="http://schemas.openxmlformats.org/officeDocument/2006/relationships/notesSlide" Target="/ppt/notesSlides/notesSlide7.xml" Id="Rb14aa1be32f9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0491a809247b2" /><Relationship Type="http://schemas.openxmlformats.org/officeDocument/2006/relationships/notesSlide" Target="/ppt/notesSlides/notesSlide8.xml" Id="R9d43d5ae4b83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a1ce681f64498" /><Relationship Type="http://schemas.openxmlformats.org/officeDocument/2006/relationships/notesSlide" Target="/ppt/notesSlides/notesSlide9.xml" Id="R2646906ed91e42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b60eeb4314169" /><Relationship Type="http://schemas.openxmlformats.org/officeDocument/2006/relationships/notesSlide" Target="/ppt/notesSlides/notesSlide10.xml" Id="Rdc0c22ab509a49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137cd6e004052" /><Relationship Type="http://schemas.openxmlformats.org/officeDocument/2006/relationships/notesSlide" Target="/ppt/notesSlides/notesSlide11.xml" Id="R914ff1221b994e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dc18bbe4d4d45" /><Relationship Type="http://schemas.openxmlformats.org/officeDocument/2006/relationships/notesSlide" Target="/ppt/notesSlides/notesSlide12.xml" Id="R1bd09efc1b9347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4e6c405154ae3" /><Relationship Type="http://schemas.openxmlformats.org/officeDocument/2006/relationships/notesSlide" Target="/ppt/notesSlides/notesSlide13.xml" Id="R899e24986c0148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aa1cb8aa6406b" /><Relationship Type="http://schemas.openxmlformats.org/officeDocument/2006/relationships/notesSlide" Target="/ppt/notesSlides/notesSlide14.xml" Id="Rcfb4305311ef4d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8c502cca349f5" /><Relationship Type="http://schemas.openxmlformats.org/officeDocument/2006/relationships/notesSlide" Target="/ppt/notesSlides/notesSlide15.xml" Id="R3d2a0179234f4e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ed114626e4b5a" /><Relationship Type="http://schemas.openxmlformats.org/officeDocument/2006/relationships/notesSlide" Target="/ppt/notesSlides/notesSlide16.xml" Id="R3cd7c9e547004e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99d5f5094d82" /><Relationship Type="http://schemas.openxmlformats.org/officeDocument/2006/relationships/notesSlide" Target="/ppt/notesSlides/notesSlide17.xml" Id="R77df47f7143c4c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78141dadf4d8d" /><Relationship Type="http://schemas.openxmlformats.org/officeDocument/2006/relationships/notesSlide" Target="/ppt/notesSlides/notesSlide18.xml" Id="Rb11ca1a8714546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2b378fb5e438a" /><Relationship Type="http://schemas.openxmlformats.org/officeDocument/2006/relationships/notesSlide" Target="/ppt/notesSlides/notesSlide19.xml" Id="R12b86e93c26a4e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fe4e2f21b4106" /><Relationship Type="http://schemas.openxmlformats.org/officeDocument/2006/relationships/notesSlide" Target="/ppt/notesSlides/notesSlide20.xml" Id="R772f3878c1974c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fe94f5e49416e" /><Relationship Type="http://schemas.openxmlformats.org/officeDocument/2006/relationships/notesSlide" Target="/ppt/notesSlides/notesSlide21.xml" Id="Rdb16f57a7de441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3b08b227f4afe" /><Relationship Type="http://schemas.openxmlformats.org/officeDocument/2006/relationships/notesSlide" Target="/ppt/notesSlides/notesSlide22.xml" Id="R2dde8c77359244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b83fcc6cf43af" /><Relationship Type="http://schemas.openxmlformats.org/officeDocument/2006/relationships/notesSlide" Target="/ppt/notesSlides/notesSlide23.xml" Id="R390ae9d76d9d44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7368c88424213" /><Relationship Type="http://schemas.openxmlformats.org/officeDocument/2006/relationships/notesSlide" Target="/ppt/notesSlides/notesSlide24.xml" Id="Re49e40ef418644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a3e3c57b64c72" /><Relationship Type="http://schemas.openxmlformats.org/officeDocument/2006/relationships/notesSlide" Target="/ppt/notesSlides/notesSlide25.xml" Id="R99cd1ebc5ba141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1f05f542b4842" /><Relationship Type="http://schemas.openxmlformats.org/officeDocument/2006/relationships/notesSlide" Target="/ppt/notesSlides/notesSlide26.xml" Id="R2cf3cdd865bd4a7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645edefd4421d" /><Relationship Type="http://schemas.openxmlformats.org/officeDocument/2006/relationships/notesSlide" Target="/ppt/notesSlides/notesSlide27.xml" Id="R0546f2e7721c40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025d9d4c84590" /><Relationship Type="http://schemas.openxmlformats.org/officeDocument/2006/relationships/notesSlide" Target="/ppt/notesSlides/notesSlide28.xml" Id="R83b624f0f5af4be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4cff6c4f04d45" /><Relationship Type="http://schemas.openxmlformats.org/officeDocument/2006/relationships/notesSlide" Target="/ppt/notesSlides/notesSlide29.xml" Id="R1485e85f9d9a43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b4d68b98c4a1f" /><Relationship Type="http://schemas.openxmlformats.org/officeDocument/2006/relationships/notesSlide" Target="/ppt/notesSlides/notesSlide30.xml" Id="Rc6d729f0891d47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b05d2ea6e4079" /><Relationship Type="http://schemas.openxmlformats.org/officeDocument/2006/relationships/notesSlide" Target="/ppt/notesSlides/notesSlide31.xml" Id="R688dfa23563f41b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a428b5df241f3" /><Relationship Type="http://schemas.openxmlformats.org/officeDocument/2006/relationships/notesSlide" Target="/ppt/notesSlides/notesSlide32.xml" Id="R9e7b36d003784ed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80ae92ae24715" /><Relationship Type="http://schemas.openxmlformats.org/officeDocument/2006/relationships/notesSlide" Target="/ppt/notesSlides/notesSlide33.xml" Id="Rcef006e5831a4ce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76c70e7e0408e" /><Relationship Type="http://schemas.openxmlformats.org/officeDocument/2006/relationships/notesSlide" Target="/ppt/notesSlides/notesSlide34.xml" Id="R7674b4afef9d4ae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d1a9aa9d846df" /><Relationship Type="http://schemas.openxmlformats.org/officeDocument/2006/relationships/notesSlide" Target="/ppt/notesSlides/notesSlide35.xml" Id="Rca6f547ef4b3487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57a658794cd6" /><Relationship Type="http://schemas.openxmlformats.org/officeDocument/2006/relationships/notesSlide" Target="/ppt/notesSlides/notesSlide36.xml" Id="R8434176ea0f443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4beafb0fd4142" /><Relationship Type="http://schemas.openxmlformats.org/officeDocument/2006/relationships/notesSlide" Target="/ppt/notesSlides/notesSlide37.xml" Id="Rf4e8fb33786a4d9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affca2b144b7b" /><Relationship Type="http://schemas.openxmlformats.org/officeDocument/2006/relationships/notesSlide" Target="/ppt/notesSlides/notesSlide38.xml" Id="R0713df83df054f7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6cf55e9bb4b7c" /><Relationship Type="http://schemas.openxmlformats.org/officeDocument/2006/relationships/notesSlide" Target="/ppt/notesSlides/notesSlide39.xml" Id="R6a026dc9f14c46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045928f644961" /><Relationship Type="http://schemas.openxmlformats.org/officeDocument/2006/relationships/notesSlide" Target="/ppt/notesSlides/notesSlide40.xml" Id="R595c8e98a455417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abc97f55546ee" /><Relationship Type="http://schemas.openxmlformats.org/officeDocument/2006/relationships/notesSlide" Target="/ppt/notesSlides/notesSlide41.xml" Id="Re4110c13fd684d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b0ad8afe6447f" /><Relationship Type="http://schemas.openxmlformats.org/officeDocument/2006/relationships/notesSlide" Target="/ppt/notesSlides/notesSlide42.xml" Id="R410ba13158564e1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cf0ec2224169" /><Relationship Type="http://schemas.openxmlformats.org/officeDocument/2006/relationships/notesSlide" Target="/ppt/notesSlides/notesSlide43.xml" Id="R97b657f1fb15452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c120f96374d6e" /><Relationship Type="http://schemas.openxmlformats.org/officeDocument/2006/relationships/notesSlide" Target="/ppt/notesSlides/notesSlide44.xml" Id="Rad67b1d8cecc463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dd88ce3c46dc" /><Relationship Type="http://schemas.openxmlformats.org/officeDocument/2006/relationships/notesSlide" Target="/ppt/notesSlides/notesSlide45.xml" Id="R0f34d8c3f31e4ad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d1b75fd74418" /><Relationship Type="http://schemas.openxmlformats.org/officeDocument/2006/relationships/notesSlide" Target="/ppt/notesSlides/notesSlide46.xml" Id="Rd1d8468b8a764a5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fa0008cc4cfd" /><Relationship Type="http://schemas.openxmlformats.org/officeDocument/2006/relationships/notesSlide" Target="/ppt/notesSlides/notesSlide47.xml" Id="R5caf674d8519478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685e3d44446ae" /><Relationship Type="http://schemas.openxmlformats.org/officeDocument/2006/relationships/notesSlide" Target="/ppt/notesSlides/notesSlide48.xml" Id="R6122038c37cc42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9B5DA-B318-4F76-A119-0BAD5BA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TEVLIB · POLYNAVMESH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866D9-1A15-4526-9504-181894EF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9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코드를 실행 순서대로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완전히 이해하는 가이드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6C37-471D-404D-A37D-18E82FF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PDF 35쪽의 어려운 개념을 MinHeap → Bake → A* → Portal → Funnel → 이동 순서로 한 줄씩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A97FA-22CC-4D3D-B2DF-93EC62D2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43000"/>
            <a:ext cx="3143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D9B7D-3B2B-43DF-96D1-1A37E8FA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286000" cy="1666875"/>
          </a:xfrm>
          <a:custGeom xmlns:a="http://schemas.openxmlformats.org/drawingml/2006/main">
            <a:pathLst>
              <a:path w="2286000" h="1666875">
                <a:moveTo>
                  <a:pt x="0" y="333375"/>
                </a:moveTo>
                <a:lnTo>
                  <a:pt x="1905000" y="0"/>
                </a:lnTo>
                <a:lnTo>
                  <a:pt x="2286000" y="1333500"/>
                </a:lnTo>
                <a:lnTo>
                  <a:pt x="381000" y="1666875"/>
                </a:lnTo>
                <a:close/>
              </a:path>
            </a:pathLst>
          </a:custGeom>
          <a:solidFill xmlns:a="http://schemas.openxmlformats.org/drawingml/2006/main">
            <a:srgbClr val="DDF4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13061-5527-43C7-84D7-EDA0C31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190750" cy="1762125"/>
          </a:xfrm>
          <a:custGeom xmlns:a="http://schemas.openxmlformats.org/drawingml/2006/main">
            <a:pathLst>
              <a:path w="2190750" h="1762125">
                <a:moveTo>
                  <a:pt x="285750" y="333375"/>
                </a:moveTo>
                <a:lnTo>
                  <a:pt x="2190750" y="0"/>
                </a:lnTo>
                <a:lnTo>
                  <a:pt x="2000250" y="1762125"/>
                </a:lnTo>
                <a:lnTo>
                  <a:pt x="0" y="1666875"/>
                </a:lnTo>
                <a:close/>
              </a:path>
            </a:pathLst>
          </a:custGeom>
          <a:solidFill xmlns:a="http://schemas.openxmlformats.org/drawingml/2006/main">
            <a:srgbClr val="FFF1DE"/>
          </a:solidFill>
          <a:ln xmlns:a="http://schemas.openxmlformats.org/drawingml/2006/main" w="19050">
            <a:solidFill>
              <a:srgbClr val="F3A8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4CAB-CAB3-4ED4-9BC5-E6A56229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042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53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A28A-60D8-475A-B87A-4D85BB6F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528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53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534F"/>
                </a:solidFill>
                <a:latin typeface="Malgun Gothic"/>
                <a:ea typeface="Malgun Gothic"/>
                <a:cs typeface="Malgun Gothic"/>
              </a:rPr>
              <a:t>PORTAL</a:t>
            </a:r>
          </a:p>
        </p:txBody>
      </p:sp>
    </p:spTree>
    <p:extLst>
      <p:ext uri="{BB962C8B-B14F-4D97-AF65-F5344CB8AC3E}">
        <p14:creationId xmlns:p14="http://schemas.microsoft.com/office/powerpoint/2010/main" val="1822889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45D67-C5F2-4004-AF66-B03C00B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9480-7D9B-4FC0-BD44-193EF92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자료는 ‘데이터가 만들어지고 소비되는 순서’로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434CC-1EA8-406D-AC61-234BACCE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9B50-6C66-440C-A641-2B4DE8E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DB765-4E20-4931-9276-0FAFB0AA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AE748-A1F5-4A3D-A0CF-D717CE88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214B9-FB70-4FFA-BC1F-1F2F973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8DD97-D516-4105-9848-75EEEFB8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타일을 큰 폴리곤으로 합치고 이웃 관계를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2F438-1DB0-448D-96AB-5E8A0122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6B30A-C984-461A-8B3B-C5B4C60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86114-74E9-4FB0-A117-3753E129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D5481-9BEB-47EA-9892-B5AC5695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2D1DD-4BB9-4725-81E8-4A49F6A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시작 폴리곤에서 도착 폴리곤까지 통로를 고른다.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11B7A-BD99-4E41-9080-E85B505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6604D-70F4-4344-B5DF-874D122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0BFFF-CFB2-443B-8706-CF40B93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99256-A2AA-4F28-AD5F-EDEC9657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68550-B1FC-466E-8FAE-8CDD478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통로 안에서 꺾임이 적은 실제 좌표 경로를 만든다.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3696F-C22E-4412-B53A-688B75F7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295A5-413E-4B66-BE25-3E873340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7699A-5445-4DF4-BD2F-771DDD5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B9374-C5CC-4DCB-BCC8-A331C58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3557A-C31F-4BF4-BBCC-F56DCDC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에이전트가 경로 점을 차례로 따라간다.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B2E49-5C55-435A-ABB0-1982B17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막히면 현재 코드가 이 네 단계 중 어디에 속하는지 먼저 찾으면 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E87AA-63DD-45C2-8A0F-5C4E6CD0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1361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1A7856-BFFC-4E9B-9962-55426237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PROBLEM · 왜 PolyNavMesh인가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2AB52-15CD-4E2E-B279-6DDC437F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6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타일 중심을 잇는 A*는 열린 공간에서도 지그재그가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EE4F0-9F32-4AD2-996A-F4ABD5E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711F7-F7F8-45B4-B582-40ACBCA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0BD23-2BB5-436F-830C-A8A48059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FE4D3-7DC5-4034-9E4F-4C080AB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99826-8870-48E1-91AE-AC75455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E9975-525E-43F8-B795-3901423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50A43-5B2F-4AB6-8797-FCC19EE6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09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2703A-C2BE-4876-8160-A7C019B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A6971-E8A0-486E-A4AB-BFD2F06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09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64450-ED91-43A2-83F4-FB7D2BC3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8B604-3F9B-4E9B-964B-A1E5D4BC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14533-6D79-455A-8EFC-5A86A36E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41E69-D1F4-4C7F-9E3E-6604D55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74927-4BAF-4EE3-91F9-327C5001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1C347-3290-4C7C-BB9B-5DA4CD6E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B1A60-82E5-4385-B735-72626A7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8E054-70AC-4F88-9FF5-3658748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6CDE6-2A30-4A3A-85B6-B022113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1890F-F176-440A-AE40-98A361D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59CDA-2343-4AB6-9B7D-2465F6E4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19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28CBB-DAC4-4A78-8537-AD84DE9B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515C7-88E1-44DA-B7ED-A0706BB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622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AA998-A3BF-4F24-924D-0A4834E9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815C5-937E-4C2B-A0E0-06DF66F1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24B9F-78B1-4802-B7A6-716DD708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139E8B-7EC0-4F3C-888D-63C6007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3983C-F90A-4897-BE3E-6E31F0C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E2821-0E2B-4F27-BF1D-4A72341C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22FB3-3F30-4387-8A37-68EE2FE1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CA3C47-11D7-44AC-81B9-17CF41B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747840-5193-427E-98FD-5F2A2EC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9754C0-1594-402E-BDFD-954A0DA7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200E06-D9D6-4B2D-902C-B36A09C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71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7BA376-4403-4241-B7B3-5BD57AB6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26827E-0B6C-4665-8C10-3E80512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0458B-4D67-4889-918E-999685D4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FB1426-798A-435D-830E-C976394D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9664B3-3C9A-4FE9-8876-13CE00B8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48D21B-F418-45D6-A7D7-FC0D4B7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BDC8DB-1FF6-4334-9BBB-F33FC35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EFCD7B-4790-4D99-A96D-E813794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FD14C6-00AD-43D8-AE64-26576E3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814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13B173-68CF-437F-A385-92388BE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8D9224-706C-4856-9CAA-99C656D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A54D9-51CC-4019-8E7D-1FB1F765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394818-3A38-4ADB-AFFF-F30BE68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3C7EBB-CA61-40B4-9191-3037E2B7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23EDF1-3DF9-4EC4-A0B7-7CC767C0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C706F4-D73E-4F84-AB03-598A493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4D1C52-4BE4-45EA-BFF1-74B60DC2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910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DCF20F-A31E-4FC3-A1DF-A70B81E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타일 A*의 결과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58F545-6537-4C9E-AC66-728A0D9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노드 위치가 항상 타일 중심이므로 경로가 계단처럼 꺾인다.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00836A-D4B7-448D-807A-8F1A30F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238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4EA4D5-E8D5-4CAA-9895-B0DB1F0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PolyNavMesh가 바꾸는 것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C80FF0-43C2-429E-AB13-0189F2E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45910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연속된 Walkable 타일을 큰 폴리곤으로 합친다.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폴리곤 중심은 길이 아니라 탐색용 노드일 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실제 이동점은 공유 경계인 Portal 안에서 Funnel이 정한다.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DC700C-BCE4-4A7F-A322-BF59710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0030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97779-61E0-44A6-86B7-A178C42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B93C5-39D3-4ADA-BC3D-76583009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번의 목적지 요청은 여섯 종류의 데이터를 통과한다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CDCFF-F338-45EA-A0BF-4A4F7CDC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2AE3-5873-49C9-8674-4A01834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EA09-A765-460B-90EF-77CDF8A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B47E-C78D-4FFE-80CF-BEB9E50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EBE8-74E1-4BD5-8366-7C267C8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Tilemap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28DD5-98FA-44A2-8998-8000FA7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Walkable 셀과 벽 정보를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2AE72-0B77-4DCB-97FA-998816B2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1D896-1377-4876-863E-52F5CEF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8E382-517B-49E4-B767-6DEAC27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92C86-F3A9-4D85-9602-2BB86495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661A2-1852-4E30-8412-2C77991E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연속 셀을 사각형으로 병합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430BB-CC95-425F-B669-BD6778D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4EF9A-8DD0-4466-8C88-143EEA13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5565C-8F82-4D5A-BD16-D091EF0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DB63B-203A-46EB-B8F2-A31CF4E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1D417-13A6-43D6-A660-7EEB74A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월드 좌표 정점과 중심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B3CA8-2586-4935-A64E-0254032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8D03E-3F46-420A-9036-3C245DB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2DC47-F113-4A18-BA82-9E0B107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56819-77C7-43AB-BD12-C728B6B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3014B-DAD4-4FB1-9EEF-2E751AB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이웃 폴리곤의 공유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A9F45-1C50-48A1-AC17-6D7BC58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18810-2D07-448E-8244-AAC15B1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BCFEE-BCEE-4E60-AF2F-4458AF52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CB4AD-5C99-4E7F-B779-D6792C8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31D3C-870F-4415-960E-0B3BEA1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A*와 Funnel을 거쳐 좌표 목록 완성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89A10C-0B14-4352-A22A-E4B8DBFB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A*가 만드는 것은 ‘폴리곤 순서’, Funnel이 만드는 것은 ‘실제로 따라갈 Vector2 목록’이다.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E8B04-AA46-443D-9AA3-E56A7280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948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7FDD5-56BA-44C7-8C50-7550C0A5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2D7EA-3D31-414E-9E16-F059695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클래스 이름이 아니라 ‘책임’을 보면 구조가 단순해진다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AD7A4-38CE-452E-BCF5-82C7D6B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C14DF-16AD-41CF-9083-2A27AF2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2F43-B5BE-47D6-81E9-DAA958C7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베이크 때 만들어지는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2AF0F-7BCC-47D1-97D5-B1D2E3D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정점·중심·Portal 목록을 저장하는 직렬화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NavMeshBakeDataSO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여러 PolygonData를 Asset으로 보관하고 런타임 검색용 객체를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15514-4A5E-486F-AC90-3634A99A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3A767-AB68-4798-A49E-601C097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런타임에 움직이는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85831-B406-4394-8477-769F5B2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NavPolygon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PolygonData를 탐색하기 편한 런타임 객체로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AStarNode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G, F, Parent를 붙여 탐색 상태를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NavAgent2D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경로 요청과 실제 이동을 담당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46954-8651-490B-BA53-BB10ACA7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5C776-28B4-447D-9F82-F27DE05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클래스는 ‘무엇을 저장하는가’, 실행 클래스는 ‘언제 무엇을 계산하는가’로 구분한다.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3239B-C28A-4509-A520-D21C460D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1376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3BF33-5E9D-4523-8B9E-C5FBC19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COMPARE · 헷갈리는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FCFC9-9366-4C00-B494-80B2BED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3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MinHeap은 가장 작은 F 값을 빠르게 꺼내기 위한 대기열이다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2DCCD-01E2-4B81-84D4-2072B458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76709-E9CE-495A-BA66-6425DF34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2518E-E364-46DF-9C05-A351AA5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67966-9037-4E14-A480-411A359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C540C-A9FA-4670-B0AF-7193CBB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일반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59E7D-A025-4880-B0DB-3588F89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최솟값을 찾을 때 전체를 훑는다.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노드가 N개면 매번 O(N).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 반복문 안에서 계속 실행되므로 비용이 커진다.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56CF3-D0F2-4E88-B686-F427405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MinHeap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FE36B-E998-4BC2-86FE-3B43BDD4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가장 작은 값이 항상 배열 0번에 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Push와 Pop은 트리 높이만큼만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대략 O(log N)으로 Open Set을 관리한다.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4CCD5-506D-4A80-B169-749C6E0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CC1E0-D271-4055-B3BF-A96BE04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MinHeap은 경로 자체를 계산하지 않는다. A*가 다음에 검사할 후보를 빠르게 고르는 도구다.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D04C4-121A-46E3-A8DB-D525D26B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976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4C6DA-9348-4E02-AA20-3D36C0D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MINHEAP · 인덱스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B568-2700-41F8-B9B9-A62963F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배열 하나를 이진 트리처럼 읽는 세 공식이 핵심이다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03041-A607-4611-ACAA-8768F9B3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1BB3A-15C6-41FF-882C-AC5123E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20D97-BC84-41CC-A6F5-C2EBE99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20002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55F0-470B-416F-B361-2407147A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9825"/>
            <a:ext cx="20002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42BF6-5A75-423D-8A62-9A5BCD55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00450"/>
            <a:ext cx="952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A1C53-730F-4F7B-B51D-D1B1665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952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9E0CD-3572-4B28-BFD2-2278F4BA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952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E42ED-D004-4F55-9868-3EB0BA7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952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4F14-59E9-459B-A109-E55ED64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19134-EFD6-4F9C-AE13-19B36355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E5701-ACAA-4EE7-AFDE-92E2BC28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CBF4D-D213-4DAC-B540-CC9FAD6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2B550-2837-4A95-B7AC-C85CF72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4B6A2-E9BC-4D56-8FFF-FBB3C30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394B3-4ADB-4454-B802-36E8A320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90630-4458-496B-BA0C-F6AE2D9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43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5D8F9-2006-4890-A694-7E76E8D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4CE48-B80A-497D-91D7-0C0A30E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43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7A2EA-B307-4A8E-9DB5-57353BD7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09D9A-82BC-43D8-8D7D-826B94F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43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8315C-5DD5-423B-A153-FD63156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5668E-CA3D-4113-AEF2-BF763CEB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43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4A51E-444A-4287-A41B-4FEE67B2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E21C6-5D8E-46FF-8B44-67E1E84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parent = (i - 1) / 2     ·     left = i × 2 + 1     ·     right = i × 2 + 2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1FBD3-2F3D-4303-BA1D-C42CA0A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인덱스가 곧 연결선이므로 별도의 Node.left / Node.right가 필요 없다.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F1A46-5163-4D4B-87FA-E6CB9EF7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5016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C55766-7F93-40EB-B654-1620CD0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7EB0C-2965-4E76-B0BD-A2CDFCAC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Push는 끝에 넣은 뒤 부모보다 작을 동안 위로 올린다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186B8-3D44-4A4B-B79D-016144AB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721F2-2CD8-427D-B4D0-FBCEABD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98E42-3669-4C00-97CF-D5409A98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F906B-775D-49F4-A3AB-5B4ADABA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items.Add(item);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361C3-20E9-47A3-A33F-ED48EC5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int i = items.Count - 1;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6CB14-CD31-42B2-A73F-6EF007F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while (i &gt; 0)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45D97-32C3-44BB-804C-18484D0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int p = (i - 1) / 2;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022B6-210C-400F-A0C7-0EB4F90A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9259D-1D62-474D-95C7-BD5AC2F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if (Compare(items[i], items[p]) &gt;= 0) break;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7DD8F-230A-4397-A912-C4D9FD01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96635-9062-40E2-92BD-A4712BB3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  Swap(i, p);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AFED9-A647-4DBF-85BD-20C3E56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F23DA-7243-46C9-8FDF-87909F1A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i = p;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37803-AE65-4975-AF1E-17706AAA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FA0F8-143D-4A9B-B21E-3A03774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B187A-A715-49BA-AF7C-8A3F6D7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F1538-2F34-4C34-BCAA-7D716360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CF6BC-07EA-41CE-BA56-05B398AF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값은 트리 모양을 깨지 않도록 배열 맨 뒤에 넣는다.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C350F-C4CA-4F2B-80BE-4DFC47E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DB220-5A88-4AC2-9CE6-3F88A5EB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9E249-E853-4C07-9B63-BC26523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i는 방금 넣은 값의 현재 위치다.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D92BB-962F-44E8-9D24-D574B095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0A2D0-00A6-48DB-85FE-DA461D2B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AD560-EB04-4C52-BEE6-388A82B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0번은 루트라 부모가 없으므로 반복을 멈춘다.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9FF4B-BF9C-4852-B34C-9DB0B47B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89D41-5E33-4568-B1D8-69877F7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DC44C-E3A5-4A17-B581-AB8D5A92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부모 인덱스를 계산한다.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BD1C4F-E274-44F6-B771-7D05E74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1A1D5-5F2A-44B3-834C-FBDC9129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3F457-4DD5-4DEC-97C3-0903BFD5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값이 부모보다 작지 않으면 최소 힙 규칙을 만족한다.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829A7-5094-4A33-947E-193CB315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77295-48E9-4543-B690-CBFDB60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9CAA57-4488-4B4A-AF20-E19699A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더 작다면 부모와 자리를 바꾼다.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3B7DA5-6BF2-414A-956B-476D308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7C419-F163-4057-8257-1EE1881F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54DCAD-1ED9-43A0-BBE9-9E1610A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올라간 위치에서 다시 부모와 비교한다.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BFD98E-5ECB-4396-BD4F-985E6C6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0915F2-885A-4AF6-A6EC-3E30896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HeapifyUp은 ‘새 값 하나가 만든 위반’을 아래에서 위로만 고친다.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90341D-7C69-4ADD-844D-272CE2D0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2230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6E3113-AFFC-41B9-92FE-3423D87B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FF7E0-0F7F-4684-810F-393EA38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Pop은 루트를 꺼내고 마지막 값을 루트로 옮긴 뒤 아래로 내린다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2D038-CF13-4E07-938B-DB26A57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E4368-03EA-409A-B458-F9EDF7D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88B8B-6EDF-49A2-BDAD-82BEED8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F7DFE-F716-42BC-BB6A-B5722F7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T root = items[0];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994FB-29C1-49E2-8AFC-919D902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6811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items[0] = items[^1];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8B03-B11D-43D7-831C-9B3C2F4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7198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items.RemoveAt(items.Count - 1);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E4BBB-3BDE-4AD6-915F-2137432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7584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int i = 0;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62809-060E-46A8-9E7A-6EC568BA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9395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CA5AC-481C-429E-9E0A-605EB569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7970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int child = SmallerChild(i);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5307F-3C93-443F-97E6-7B62403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8357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while (child &lt; items.Count)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F6E22-7D4F-48B1-8084-96E336E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0168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3C470-01CF-4880-B0E1-1BDA103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8743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if (Compare(items[i], items[child]) &lt;= 0) break;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A4968-05F1-41EA-AE6A-7715391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0555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BA51E-AB20-48E6-A92D-C721D111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9130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08    Swap(i, child); i = child;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40F5F-2BF5-43DF-A828-9D3CAE3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9516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  child = SmallerChild(i);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D587B-C095-4286-BF67-FDF88853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9902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10  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F8296-F396-404A-840B-B5677DF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0289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11  return root;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6B1E5-9BC3-4AB0-9BC1-F4E2239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A9653-413C-4A20-89F3-A87579E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9F39F-C368-4A9B-B744-7205BBA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06C07-72B5-46C8-997A-9F12757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0번의 최솟값을 반환용 변수에 보관한다.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CAA8C-88CD-4B56-969C-E0553828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CF29A-83E8-4C9F-BCBE-A46AF34A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C56FC-2F1A-49CB-89F1-F8BC0AD2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마지막 값을 빈 루트 자리로 복사한다.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331DD-2956-40A6-A0E6-BAF942B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EA009-71B6-496E-9FF2-A700AF8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599E1-7247-4525-91EC-F2AA712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중복된 마지막 원소를 삭제한다.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A92BF-D1D4-485B-B473-8D55D6E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6E02D-97A6-4BFD-8D17-12DD9E9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EBA7B-A040-4E73-A4F2-CD103DA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검사는 루트에서 시작한다.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B51FC-64C3-4292-AFB9-97DF56A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9E110-21C9-4725-BBF6-E292956F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9C0A9-2A60-420E-9315-B254245D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두 자식 중 더 작은 쪽을 선택한다.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F8236-DDDE-4F06-826B-1B78002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8F270-3A58-4F43-A0F2-247E246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73875A-5C68-4ED3-99BF-F3DECECE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값이 작은 자식보다 작거나 같으면 규칙이 복구됐다.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F3E430-9C09-48C3-8669-4513B97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443D7-5E86-4A9C-B514-E967FC4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5FC920-F24F-4F3D-99A5-7DAF874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아니면 작은 자식과 교환하며 아래로 내려간다.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E5E53E-0884-404E-895A-0DC1AF26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AE1E7D-ECA3-478B-975C-5F192B91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항상 더 작은 자식과 바꿔야 다른 자식에 대해서도 최소 힙 조건이 유지된다.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1325B-4D99-4FE2-BF8C-57C83F1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7512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7CBAF0-FC0B-402C-94F2-3F380E6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4278-5C3A-47EC-889D-82EDAE8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Find와 DecreaseKey는 이미 열린 A* 노드의 비용을 낮출 때 필요하다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C3B90-267D-4DBD-BEE4-3FA487C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D124A-2080-4D88-A160-A8022F3E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34E95-DA5B-4163-A28B-1E3DB92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0034A-BE38-4FF1-811D-C176A46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int index = Find(match);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616B-596A-4F2E-8C5D-2B1C93F1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if (index &lt; 0) return;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2BAC-693E-4106-AA42-0E06D4B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T old = items[index];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DD5B3-F4F8-48C4-9F13-232D847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items[index] = lowered;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9562F-3614-44E0-9FD8-46F7725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B9DE7-86B9-4FAE-AF07-7C30B29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if (Compare(lowered, old) &lt; 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D1CC3-E4A4-40B9-9113-11D03B6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8BDE1-934D-47A7-862E-5E20D7E1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  HeapifyUp(index);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B59F6-0419-41A5-8603-18AC336F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D843F-513E-433D-9241-C8F7A75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else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1B2E9-C07B-487E-8685-1AF9B51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  HeapifyDown(index);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85DC6-D32E-430C-B4A8-8E7B7976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C5084-BB3A-4935-8B81-7EF3B632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CA508-3EDD-4B74-94CD-2C9260F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8F7A4-D8DB-4FFB-9D4D-8AC1334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폴리곤을 나타내는 기존 후보의 위치를 찾는다.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44F45-2FE8-4EEA-9312-F56A72C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2AE6E-9A91-40A8-A557-46A8C532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22182-C1D7-49B8-A4A0-4513EBF1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없다면 갱신할 대상이 아니다.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D2151-D6CE-4D04-88DE-8EE6EC75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4F595-A5EA-41F7-B809-9FCB84B9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7D2A4-44D2-4747-B06F-22774CEC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이전 우선순위를 보관한다.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1BF93-09F0-464A-AB29-38211DF5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5840C-E334-48F7-BCB1-EF53B1C9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216E8-9455-4F20-B6B0-DA97CFB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더 좋은 G/F를 가진 노드로 교체한다.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6CD60-7882-44E9-A9F4-A6489977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92E83-CA52-459F-ACFD-D61404C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7A5C4-1782-476C-8D62-2F56BCD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값이 작아졌는지 비교한다.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2799D-3897-4AD9-A00F-0AD06DA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5B3387-EF84-4F6F-8771-96FE3C6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05EB7-15CA-47C4-A5C8-D3D87D6F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작아졌다면 부모보다 앞설 수 있으므로 위로 이동한다.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69DF5A-8711-485A-AF76-17A2D1C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6C289-0C7A-4AB6-BBAC-58A92B2F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A92ED8-3B3A-4566-961E-B30946FD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커졌다면 자식보다 뒤져야 하므로 아래로 이동한다.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C63E5-2AD3-43B2-92A2-EDE91664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669C5-6AFB-4C2B-A741-081E80A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A*에서 더 짧은 경로를 발견하면 새 노드를 중복 Push하기보다 기존 후보를 낮춰 정렬을 복구한다.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64A812-5744-4BC4-AF2E-452EE140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5471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A18CD-5E7B-42DB-8CC5-AB6CB5F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828BD-A10B-4183-84B9-AC7922E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PortalData는 두 폴리곤 사이에서 실제로 통과할 수 있는 선분이다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0BFDA-0B3A-4592-A4FE-D1FF854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A1CF1-4F1D-4502-8507-59CF4D60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070EE-F78D-4654-B11D-2EA33D55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저장하는 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47589-0716-40B7-BC5B-6AC753A7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FromPolygonId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어느 폴리곤에서 나가는 Portal인지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ToPolygonId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어느 이웃 폴리곤으로 이어지는지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PointA / PointB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공유 경계 선분의 두 끝점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384FE-9B14-4A5C-8241-B3560FB8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D54EE-6561-4D05-873A-ED4FAE6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왜 방향이 아직 없는가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789B6-80A1-4951-8D5A-54AAE88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베이크 시점의 A/B는 단순한 두 끝점이다.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Funnel이 필요한 Left/Right는 에이전트가 어느 방향으로 통과하느냐에 따라 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따라서 런타임에 진행 방향과 외적을 이용해 다시 정렬한다.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4B62D-2AFC-4112-8356-C051825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1FE1B-212A-4A44-82C4-7C635306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Portal의 A/B와 Funnel의 left/right는 같은 말이 아니다. left/right는 이동 방향에 상대적이다.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6C57E-1E7B-40FE-A47F-F0A666D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3080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419C0-B2EC-4C45-A136-99310AE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COMPARE · 헷갈리는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22D48-107A-4AC6-BAE1-EDE0391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PolygonData는 저장용, NavPolygon은 탐색용이다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97F86-B00F-4CED-9674-C7AB8856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9FFFE-99E9-4C8B-A82A-6AABBA4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DB2DD-F802-461C-B264-CF7E8A04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7F44E-12FD-4CF9-8913-1ED3BE3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96C3B-DE1D-4572-94A8-2E5FAA6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F09C7-2862-414D-ADEA-030EDA9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ScriptableObject 안에 직렬화 가능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Id, Vertices, Center, Portals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에디터에서 Bake 결과를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88DD2-CEC9-4C0A-AF26-DA5604E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NavPolygon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1CB88-EE77-4461-83D0-194E2574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런타임에서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이웃과 Portal을 빠르게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ContainsPoint 같은 계산에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AStarNode가 이 객체를 참조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BEFD2-D258-4B88-BB7D-328F7E90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38941-8D60-49F6-93BD-BABA8B6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폴리곤을 두 번 표현하는 이유는 저장 형식과 실행 형식의 요구사항이 다르기 때문이다.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A534F-0F60-4DF4-8967-B7010400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2242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5CB5E-D3B1-4D56-A0B8-C8B7AD7A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8695F-838F-4683-B561-A4436A72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AgentRadius는 장애물을 키우는 대신 이동 가능 영역을 안쪽으로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810E0-3EC2-4270-8A6E-A653C00E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0E4CF-7F01-490E-98D4-DCFDDD05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C2765-9AA1-4184-8468-3942F5D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 에이전트라면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7DACC-2C8A-4275-9C6A-7EA77F97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경계까지 이동할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하지만 실제 캐릭터는 넓이가 있으므로 중심이 벽에 붙으면 몸이 벽을 뚫는다.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7877E-B702-4600-A454-CF930211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FEAFB-469E-49AC-8999-9325D22E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반지름이 있는 에이전트라면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8ADFA-8C6A-454A-9195-DD490198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벽과 맞닿은 사각형 면을 AgentRadius만큼 안쪽으로 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결과적으로 캐릭터의 중심이 다닐 수 있는 안전 영역만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서로 열린 면은 줄이지 않아 Portal 연결이 유지된다.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019B8-BABF-4C85-ACCF-23A3FA87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1B4BC-9DA9-44C4-B20A-45C39A30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ShrinkRect는 캐릭터 크기를 직접 움직임 코드에서 처리하지 않고 NavMesh 형상에 미리 반영한다.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D148A-7281-434A-B2F5-946A843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2603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A2C8B-81B7-40AE-A1AD-2204F05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F1F25-4EC7-4BE6-AC14-FFFD3AF5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4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BakeData는 에디터 저장 결과를 런타임 조회 구조로 변환한다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CC337-7E0D-4BB1-9E48-AE0BA9E0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D17BE-576B-4A99-8309-701716A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14065-2D6C-4E2E-B14C-47BCB83B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E7961-C319-4F70-A115-8A0260D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381C8-3C8A-49B3-94B5-711D20A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72B6B-8E7F-4568-A3FC-0213B298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Asset에 직렬화된 원본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2EF1A-DF6B-4017-9CD4-7BBA0898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EA3B6-881B-4A1A-AD5D-AC049FD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EE01E-B7A7-4D6F-8CB8-8BF379F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C4E6B-1BBF-405E-AECE-C89EB58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NavPolygon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64D46-6436-44F2-960B-FBF01CEC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각 데이터를 런타임 객체로 변환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B88A-C772-47D1-B46C-781D7A2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054AB-0B17-4F4E-8B09-FA28E615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B57A7-0974-4ABC-BF51-E198B99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2B8DA-3780-4607-99EF-5C32FBA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8C214-BA75-4CF3-B0FF-86B686F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Id → NavPolygon 빠른 검색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5CDD5-B84B-46D0-9A58-4E25941C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F58DC-C890-4210-8D92-32FF25E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381250"/>
            <a:ext cx="255746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042B4-9E04-4925-81E3-82B2861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552700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8BA49-388B-4D7A-8C53-877AB46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009900"/>
            <a:ext cx="21764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Queries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DA064-4B31-4D35-A020-D7278D52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676650"/>
            <a:ext cx="21764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GetPolygonAt / GetNearestPolygon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6B9A1-3775-49D4-A9F5-87B809C7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Clear 후 다시 만들지 않으면 이전 Bake의 런타임 캐시가 남을 수 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139E2-F666-4D20-8090-F41B94C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8242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4D588-F93B-4BC8-9FC1-87C3546C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1FA7D-2086-4307-AAC5-6783D2F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44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ContainsPoint는 모든 모서리에 대해 점이 같은 방향 안쪽인지 검사한다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F6E31-DD9F-4F9E-8F5A-396339F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C3283-CEB8-4F9B-A6C6-A0559775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B262A-8BAB-4810-9AFA-2E6AD364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945E6-2D31-4729-96DD-A128108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for (int i = 0; i &lt; vertices.Count; i++)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D0D16-E52A-4436-A902-296E57A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Vector2 a = vertices[i];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6E5C6-F2DE-4D46-9F28-9B129B6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69766-1497-4BD5-B0B1-3CB0395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Vector2 b = vertices[(i + 1) % count];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43DA6-AD1C-4638-A27F-C715ECF7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E4E38-ABF9-40FB-B704-899CA928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float cross = Cross(b - a, point - a);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53BA6-1663-4979-BEDF-D622854B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7DC7C-8860-41BC-8840-2366539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if (cross &lt; -epsilon)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63D01-6ED0-46ED-82E2-35050C2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return false;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12883-7EBE-40B6-84CC-8DEC5E63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9BB3-3FAD-424F-8C1C-F8D151A7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return true;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E8F83-E0BB-43D9-9679-338960D1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DF0E9-89FC-4C3C-BE35-AC33C846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47E4A-1EA2-40C1-AE6A-D1ED9AD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5F140-14BB-41BB-82AB-CE1ACD5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폴리곤의 모든 변을 순서대로 검사한다.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2BE5A-4B81-4A12-9CDB-C418D4C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4D769-4B31-4582-A7D8-79EEAA3D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E2127-25AE-4AF5-95DE-7F499D3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변의 시작 정점이다.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5F3F2-4F01-4D72-AC41-BB9AF625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501B9-5F9B-4F54-BA3E-502F96D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E0AA7-5903-408E-B2A9-3379F5E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마지막 다음은 0번으로 돌아가 폐곡선을 만든다.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DC768-FEEE-42C6-8293-009A62DC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48523-3347-4022-8E79-0D4691E8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EF67F-20C9-43CD-9F27-4910B68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 방향과 점 방향의 2D 외적 부호를 구한다.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47933-DA0F-4048-8F69-F2EDFB0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A3434-B43F-4A54-B49C-E8BDB2A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4ED40-4EBE-44F5-AC38-0D11608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정점이 반시계라면 안쪽 점은 모든 변의 왼쪽에 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C8641-ED33-4879-8AC1-38DE34A5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EB244F-81B1-42AC-A25E-C89372E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7A02D-3198-4B98-BA4A-FBC5D1DC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변이라도 오른쪽이면 폴리곤 밖이다.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769516-7438-4453-B1AA-52F5A98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FAC34-1905-4811-A0F2-1F77225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5AE284-8283-4305-8383-27E5210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끝까지 위반이 없으면 내부다.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47D05-E516-4ACE-9A33-31410C9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9C2B1-74DC-4415-87C7-8F0D916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이 검사는 정점 순서가 반시계(CCW)라는 전제를 사용한다.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2175DA-651E-4A54-8E1B-BFA4DCE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91009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286C5A-0D2D-4FBD-B865-42BAD2F4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2226E-D137-4BF1-9900-CC88695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1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NavMeshBaker는 셀을 수집한 뒤 형상과 연결 정보를 차례로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7707A-537E-4D30-83B0-FF7A7368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0D61C-4923-41CE-A183-E7B7796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79FF4-2CFB-4462-9772-DA7AECF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58EE3-471F-4B43-A634-69F313D6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A196-ADDD-413C-8E90-A08B6147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158F8-4CC1-4B11-BD1B-E5D8E4AE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Walkable 셀 좌표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39F7F-793F-40B4-ADF9-D0955DF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0C306-806E-4D00-86CA-50045AE0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9BFDB-9D3D-4990-B1A8-E99D04F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CDBD7-9A4D-4EBE-B14A-0955E4F6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Merge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659ED-4490-46E3-A592-D7A28396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가로 구간을 세로로 이어 Rect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2D47D-1E7A-4278-97F8-8CE2941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5D0D4-AAD4-4B2A-AD06-F89E3C2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7D887-20CA-46FE-82E3-F9B1E6C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306E6-3BF1-4E17-98D5-1D9601F1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2CF79-5079-4C3D-994A-11420752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벽 상태가 바뀌는 경계에서 Rect 분할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C23E9-440A-45F9-9A0B-A4803496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08D9E-378A-4476-A1C6-CED48AD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49564-86A5-4307-963D-7A91E86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DBB8D-1972-419A-A6D2-3866FC1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Shrink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24D8E-EC4E-44BD-8B38-F9FEDC8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벽 면을 AgentRadius만큼 inset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6BE7E-AD8B-4062-9EF0-4EF56C0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887CB-D1DA-40AC-ABEC-A896619B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FED42-3547-4558-A416-3316D785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530BF-A510-4EB7-8844-9A0D9A6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AA182-194F-43FE-90D5-0323C9CC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겹치는 경계를 Portal로 등록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C0276-5A68-485B-8A40-326E4FE8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앞 단계가 틀리면 뒤 단계의 Portal과 Funnel까지 연쇄적으로 잘못된다.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6B61E-3FAF-458F-831D-CCE829BD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7719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E068F1-6CA5-4815-8224-49B75E4B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D67DE-B51B-4118-8E18-E0AC8CE9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CollectWalkableCells는 Tilemap 좌표를 HashSet에 모은다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486ED-A1C5-40A8-B7E6-F6634AB3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9E98C-70E2-46E7-B7A2-68E378F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978D-BF8A-43BE-AA6F-EA75A5B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DE639-18CF-4EC7-9925-8A9BC997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257FA-D166-4A12-80C9-1261CBB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var walkable = new HashSet&lt;Vector3Int&gt;();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B592-F77E-44BB-B139-DC4141BB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foreach (var pos in tilemap.cellBounds.allPositionsWithin)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82594-9221-4D38-8547-E46EF46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  if (!tilemap.HasTile(pos)) continue;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CC90-8EDD-47A0-8AFB-B329557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7A67E-B79A-4125-ACAE-A65ECE2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if (IsWalkable(pos))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51982-60D1-4B5D-9A28-E28D5EA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5AD37-A366-4E20-9AF7-A42B998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  walkable.Add(pos);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CAB66-8A8C-48BE-AC56-D66A7264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88377-305F-4D4F-B194-599D69A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return walkable;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DEA65-D218-42F0-A957-8A79B80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A1D4-3C03-4016-8D17-38B3F19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ECAA1-B362-4948-B8FE-5CF358F0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4FAD1-F142-4894-897A-8AF5CAB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중복 없이 빠르게 포함 여부를 확인할 집합을 만든다.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8D866-E3FD-42FD-98A2-E00AFC8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14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655A0-459D-40A1-9C89-F38839D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0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9B6D6-B455-43D7-9DCB-65FAE51C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33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Tilemap의 사용 가능 셀 범위를 순회한다.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B1DAD-E51D-431E-BE81-390178E3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02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72A3E-0F6C-4C53-968E-693E84C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8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C8484-2EFB-400E-8F8D-A55E909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21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타일 자체가 없는 빈 좌표는 건너뛴다.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154B4-22BC-47B5-B985-8288DDE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DF2C9-AFBE-47FA-BCB5-473D635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E1C93-2299-4FC4-A48A-0622894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프로젝트의 Walkable 판정 규칙을 호출한다.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5FCB4-B0DC-4F39-8167-29D45027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78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C52AC-8C25-45AC-8726-B336F969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8D235-D704-46A1-AEAB-3D9B932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97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통과 가능한 셀 좌표만 저장한다.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436BE-66D9-4ED4-84B3-625240A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6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32B81-5C6D-47E3-848A-4B02A09A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DC3EAB-F079-4339-BA6D-B7100C1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8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병합 단계가 사용할 결과를 반환한다.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6CB54-1399-476A-9CB8-6352BB5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2F12A7-ED66-4ED9-878E-5B21FE2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HashSet은 이후 ‘이 좌표가 걸을 수 있는가’를 반복 확인할 때 빠르다.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74D7F-B8E0-4773-91B1-274F84C8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74733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BE628-BA74-4FB2-B2F5-19463DE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COMPARE · 헷갈리는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0B02A-FFBD-473D-A898-423BE6FF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8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RectInt의 xMax와 yMax는 포함 좌표가 아니라 ‘바로 다음 좌표’다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152D6-E8C6-4B2C-94A2-3616FDB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50FB6-224F-4FAE-9DE9-EC24FF2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7598F-90F2-4BFF-B744-8B00E79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5CA29-05F6-467E-9DB0-6D8B2F95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6D7FC-14D2-466C-B187-E205572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포함식으로 생각하면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2134-2A1A-41A5-9039-81D64A54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셀 x=2,3,4를 담았으니 xMax=4라고 착각한다.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width 계산과 반복문의 &lt; 조건이 모두 어긋난다.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6182D-C1A5-4D9D-919D-DA27B5B1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end-exclusive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79DE-C083-4D21-95AA-AA5B9147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xMin=2, xMax=5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실제 포함 셀은 2 ≤ x &lt;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width = 5 - 2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범위와 반복문에 자연스럽게 맞는다.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1A6D6-506E-44D8-8A16-6A62492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DCB4F-250F-49B9-9A56-A38A94F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PDF의 row segment (start, end)는 end-exclusive다. 끝 셀을 발견하면 end에는 x+1을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12543-29F8-4F2A-99D0-ED97036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42311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3A4244-51D8-4A77-808D-11B98FF8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0BCD-0D3F-4C89-9150-F86589A2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9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행에서는 이어진 Walkable 셀을 하나의 구간으로 압축한다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08507-16B7-45D3-8AF3-94E6017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773C-4342-4B31-8174-8E26D983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D4162-885C-4ECC-AB45-70195D0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6F3F9-E9B3-4599-9CA1-FB1F64C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int start = minX;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C1630-838E-4007-8AF0-7B0D5053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while (x &lt; maxX)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FE08E-A5FC-4916-9E03-1CBE370E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  if (!walkable.Contains((x, y))) { x++; continue;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BC05-8571-4A9B-97BB-9B630383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12010-15D4-4637-943A-31B4F81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start = x;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0752B-388B-4728-A27C-9B5603A1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C353-88CB-4631-9736-DDE69C52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while (x &lt; maxX &amp;&amp; walkable.Contains((x, y)))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2A5A-2EA1-44A2-A328-6202A11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452B3-5A10-468D-958C-807AB1B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    x++;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F3C10-6787-4198-AA18-A1A4E7F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F8F66-13AD-46D8-B3B6-A70BE5A2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segments.Add((start, x));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217EF-66CF-405E-A8A0-5729C48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C9627-1855-4E6F-89FB-3343D80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5337-BDA0-4327-84AF-ACA6FEB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73904-DDE6-4A5F-90FF-21F87212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99849-722F-4095-86F7-F1EB693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구간의 시작 후보를 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E990B-00D2-4EDA-AC06-BAC4B62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EBA5B-5B1D-4A15-8523-B71F706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6637A-A062-400E-97FC-98797337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행의 오른쪽 끝까지 검사한다.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79A9A-6C36-4E68-96E2-166271D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AD8DF-73B8-4D12-9310-5AA7F2B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136C6-1AC6-4A95-BCCB-498E423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막힌 셀이면 다음 x로 넘어간다.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02D72-F5E8-40DD-B366-6970C30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D16AD-EC59-4B2E-B564-F6E91C09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75FC94-B9D6-4DA3-B2D4-BE190827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Walkable을 처음 만난 x가 구간 시작이다.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EF52B-7204-44F2-ACEA-9976F0E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B2CD7-26DD-459B-9391-D7C6695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8CEC7D-5886-4D4C-B8CD-E6B1B337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연속으로 Walkable인 동안 x를 전진한다.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F87204-25C3-4AFE-ACC8-804E4C8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1D866F-77D5-42C7-BA26-FA9A9DD0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3DF579-C7B7-4EDD-B81A-061D794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반복이 끝난 x는 마지막 Walkable 바로 다음이다.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CBBDFF-E46C-43BE-8FC7-06926EE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791FA4-1864-4924-93F7-0575AA9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90E113-F80F-423D-940C-7F30077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(시작, 끝-제외) 한 쌍을 저장한다.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8B5C71-41FB-45C3-97F3-B4009F2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5C9EE1-4CFD-47D3-B753-989C42F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가로로 긴 셀 여러 개가 한 개의 segment가 되어 다음 세로 병합 비용을 줄인다.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034E5-0C0A-4558-A038-031A365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83161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BDB9F-0C7C-4772-998C-E5E87DBD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305BD-1616-42EA-BCFB-BC2F148B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가로 구간이 다음 행에도 나타나면 기존 사각형의 높이를 늘린다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864AA-5829-4EDF-9E1D-8170EA84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E876A-917D-45F8-A6C9-6A467BF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C2C4C-FEE0-47F5-8079-5FC0C60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ACB86-33D3-4A28-AAB3-066F3FC1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foreach (var seg in currentSegments)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89C3E-0A4B-4CD6-867E-CC38E6E4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943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3859D-CCA4-463E-A7F3-4F4E816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02    if (active.TryGetValue(seg, out RectInt rect))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3C1C8-7C60-47C9-B54E-75B9B61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1017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643F8-EDD9-4B7A-A0F5-C224114F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  rect.height += 1;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E1FB4-E077-4621-9E7D-1025D04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  nextActive[seg] = rect;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0FB45-973A-4902-92DD-E8ACB44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  } else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72F86-3586-45A2-9A38-D87C9BF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nextActive[seg] = new RectInt(seg.start, y, width, 1);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BADAB-1929-4093-A07C-C58BF27A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73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C8B72-7968-4E78-9CAB-76D24FD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3F1A7-0EC7-443D-980B-D9027B20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F7993-5F25-44B8-AE1E-08758E8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FlushMissing(active, nextActive, result);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FCB53-9245-4DC6-9B2A-C69E485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A4F38-C8A2-4B9A-AC05-3B3D88C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2BC56-6B49-4622-948B-90E4997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F9A67-0099-48E4-B967-18DCD428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행의 모든 가로 구간을 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7C1B5-4DC3-4C72-800A-FE4960CD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0F203-C656-4173-88E6-74B7EB3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1E752-4CAB-4352-BC40-25E41DA2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직전 행에도 똑같은 시작/끝 구간이 있었는지 찾는다.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3759B-38E9-4D94-A006-6A1E3B7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CF4EC-C15D-4FC6-BAAB-0FFB665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25E56-85C5-4CFF-9FB9-F62DD1AD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있다면 같은 사각형이 세로로 이어진 것이다.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909FC-3833-4FC7-B20D-7DC90CE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B4252-CA4F-42AD-ABD5-8EEAC8E4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DD8A5B-D220-409A-9561-B63CF549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늘어난 사각형을 다음 활성 목록에 보관한다.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9C1039-9CDA-402E-9CBF-7EEF618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BCC77-7773-4DE6-A09A-26CA00A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9156E-2F7C-4592-B5D3-31D1BAB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 등장한 구간이면 새 사각형을 시작한다.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FD8202-60C1-47C1-AB55-AC45B8F0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9263E-5936-4A12-B458-F98CA93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D4D0C-9000-47BB-BB94-5EFCE96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높이 1인 RectInt를 만든다.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CE201-1033-4CD3-A7DC-448F63D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725AC-F67B-45D4-B3BE-E1C0D72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EF4499-9635-463E-8011-BE5BFB94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이번 행에서 사라진 구간은 완성 목록으로 보낸다.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603AFB-730A-4DBB-A810-A968F820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5F3C6-493A-4D37-8803-7B4D9AC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active는 아직 아래 행에서 더 커질 가능성이 있는 사각형만 담는다.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6F8847-558F-42DB-A03D-E6255326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2585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623A5-8E99-44CA-AB24-A69B4D0A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29A5E-B577-4253-876B-FF932D0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큰 사각형의 한 면에서 벽 상태가 바뀌면 Portal 계산이 모호해진다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D67AC-0AB8-498D-A7FE-36B5AC8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DBCCB-37CD-4385-9514-1FADD3B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CCA97-CB97-4FFF-BC60-A9DA0FF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분할하지 않으면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AF4E-D5C4-4F2F-B29B-3549008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면의 절반은 벽이고 절반은 열린 공간일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ShrinkRect는 그 면 전체를 줄일지 말지 결정할 수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Portal도 실제 열린 구간보다 길게 만들어질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311B8-C430-427E-889C-B68210B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AE6A5-AAA7-45DA-AF90-AB407583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경계에서 분할하면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AA798-029B-43CE-BF12-1C18B5D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사각형의 각 면은 ‘전부 벽’ 또는 ‘전부 열림’이라는 단순한 상태가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AgentRadius inset과 Portal overlap 계산이 정확해진다.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FDC2C-7BFA-4E82-BE78-A064FBCC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3F899-272F-4269-BD0B-AD34553D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SplitRectsAtWallBoundaries는 모양을 예쁘게 나누는 단계가 아니라 벽 판정을 일관되게 만드는 단계다.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6580E-F42C-4F45-AFF3-2E404415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18510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30DCCE-0B1C-41AB-82EE-CEF455B2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201BE-447D-4005-B168-1F92693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5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SplitAtTransitions는 면을 따라가며 벽/열림 값이 바뀌는 좌표를 찾는다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C8C68-E53D-4440-A010-2348FCA4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96FD2-EDD0-41CD-8E78-F573F66F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F320E-000E-4134-9F40-437938D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AA915-2E02-4CB5-ADC3-008CEEA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bool prev = IsWall(side, firstCell);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0307B-5020-4C3C-970F-04E41B36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for (int k = 1; k &lt; length; k++)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9393E-933E-4F73-B3DC-C677B1B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  bool now = IsWall(side, CellAt(k));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6CCB8-4BD2-45E4-9279-B29134E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260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E6796-7AE3-406A-BDB5-8D20455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if (now != prev)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CB7A6-5A79-48D4-AE9A-6486C33F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418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31DBE-A51A-4E37-8224-B2CD268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  splitPositions.Add(start + k);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721E2-ABC8-426D-A279-05F0E5F5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prev = now;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92E0F-4D19-4D28-9614-E75C74DD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73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B6432-EC01-4CF6-9196-27F1303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D0220-3E38-4C5E-8B97-B149781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0BB67-8174-44CD-88F3-13F99C5B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SplitRect(rect, splitPositions);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ECB78-B918-4B18-9C05-45C2E82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B05BD-9544-4C47-89ED-0F3CD59F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35AE1-A664-437E-9379-AF043B5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0D737-4A59-495E-991A-10AEB48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면의 첫 셀에서 벽 상태를 기준값으로 잡는다.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F15DE-6381-48E7-8D73-C909A69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1D5B7-B5DC-4772-8631-081B568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33CE7-BDCD-4044-810C-90216831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그 다음 셀부터 면의 끝까지 이동한다.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0C820-4C46-4DFD-9197-B14077E1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AF653D-4DD1-4419-9BC7-131520F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031C4-AE75-4155-A705-F1F22EA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셀의 바깥쪽이 벽인지 검사한다.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F14F8-AAEB-42C5-B136-110120E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E1EFC-BB2A-4926-83CF-6DB9E39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7DF5D-5C45-4E96-A22C-64991FEC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이전 셀과 상태가 달라졌는지 확인한다.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4A9EC-DE56-448C-B80C-CAC6146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A0322-1844-4B28-BD19-EB6A38E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18B8A0-DF14-4C73-814B-DDFF62A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변화가 시작되는 경계 좌표를 저장한다.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1F1469-BB51-4BAC-B295-9B9BC175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4B16BD-C3E6-4F43-BFCF-F684A90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359184-5D5E-4713-A01C-350CAF25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비교를 위해 기준값을 갱신한다.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85E342-6DB2-497A-B494-195309D1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64E1F6-CBC4-4811-BCFF-4F98D609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E3AF1D-067D-45AE-A2A4-C64F26C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모든 변화 좌표로 원래 Rect를 분할한다.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91ED03-7E68-44BC-849F-828BBAF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4E0C6-72C8-4E81-912B-198215D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분할 좌표는 셀의 중심이 아니라 두 셀 사이의 격자 경계다.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CABC2A-A662-43FA-8BBF-CD722DB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1844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C9B725-8643-4B3F-8110-2A8807FB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8C045-BD77-4FFC-B93B-5FE75B69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TrySplitRect는 분할선이 Rect 내부에 있을 때만 두 조각을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69BD3-6B96-441E-8020-B957D6E8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AB47E-BDB4-4DDF-B49D-AC3DF9F7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94F3A-9C5B-40AB-846E-5E9A9692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59047-B594-4AEC-8BE1-109CBCBE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02540-D401-46A9-835F-64E5B36B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if (split &lt;= rect.xMin || split &gt;= rect.xMax)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3A85-1A82-4843-B303-5E0B11B6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return false;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F5D25-E78A-453A-9F60-55D26DE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1017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DFBE4-A491-4BF0-88D4-6A75A03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var left = new RectInt(rect.xMin, rect.yMin,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22004-798E-4FBB-97DB-E7B10B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8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                     split - rect.xMin, rect.height);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48A14-8B8D-4577-801A-B60A54F8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418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34887-0C28-4065-92B2-31B6018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var right = new RectInt(split, rect.yMin,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2EFF1-4D66-435F-8D5A-D8D56A9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                    rect.xMax - split, rect.height);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A23EE-0C4E-4C9C-8C09-F4F8E7F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output.Add(left);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1DE29-F743-4137-914E-08EA566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output.Add(right);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183D6-5C44-447D-9D3B-DDAC8F5D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return true;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B82B9-4DD9-4254-8F76-B4562B9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D75EE-CF86-471E-A0BD-FE04569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DC89A-D6AA-4115-B819-D239DE5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A7E53-53F6-4850-8E51-BE93691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분할선이 왼쪽/오른쪽 경계 자체인지 검사한다.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4EA14-4AAA-4B8F-A69E-F9D789E8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5245C-937C-45BC-959B-9293030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C5A2C-0833-4292-B8F0-1E1D4D0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내부가 아니면 0폭 조각이 생기므로 거부한다.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40A57-9BEC-4799-BC2F-5ADA46A4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03A38-A90A-45DF-821A-1BFBB6D3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13539-507D-4198-88B8-295BF8E3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왼쪽 조각은 기존 시작부터 split 전까지다.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EF7BF-C67D-49AE-A71C-780D8B93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1FA58-D4DA-4827-82B4-E7504C6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508DD-D1B5-4923-99A6-1F989862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폭은 split - xMin이다.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B6C83-3932-4425-B212-CE73005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10A51-CD08-4484-9915-E73C336F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EA0D86-504C-417B-81AA-6E92DD7B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오른쪽 조각은 split에서 시작한다.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EA067-6B5F-4227-9616-0537A473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0AEF05-3C8B-4146-83D6-5D54DA9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9EF105-67B2-4D64-9C8D-F03AC61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폭은 xMax - split이다.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88D0F-B823-4E27-B907-B5B7F13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1E3286-BFFC-426C-A27E-0EB01FD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A5CC3-F604-4C8F-841C-4630A8E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두 조각을 결과에 넣고 성공을 알린다.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6F932-F8D2-4017-B77D-EDDA525D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618EA6-FD70-441C-A42C-D07DF33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end-exclusive 좌표 덕분에 두 조각은 겹치지도 비지도 않는다.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144E61-4096-49BE-8459-83A955C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1985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88EC3-A0C7-41A2-A356-E4F54934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COMPARE · 헷갈리는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D9FA-4BB5-4740-BD84-3E42C24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ShrinkRect는 네 방향을 모두 줄이는 함수가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C7A1-1E8A-4030-B112-C2A065E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19B4-7B5E-4919-8B3D-D8D0515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110A-EA4D-46FD-87AB-E83CC431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3EBE8-8B2B-4B09-803A-045FA39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81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F55A2-B38F-4247-9D03-EBF144B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벽과 맞닿은 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B9CEB-75CA-485E-9921-F572F9FF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Bottom wall → yMin을 위로 이동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Top wall → yMax를 아래로 이동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Left wall → xMin을 오른쪽으로 이동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Right wall → xMax를 왼쪽으로 이동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2720-457C-4A12-9694-8FF9D052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이웃과 열린 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10E6C-EFF0-4D23-ADE2-3C35BA0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6482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그 방향은 줄이지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인접 폴리곤과 공유 경계가 남아야 Portal을 만들 수 있기 때문이다.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즉, inset 여부는 면별 wall 판정 결과다.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E3724-420C-4B9B-8D06-B60ABAF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C2754-9DC1-4EA9-BE87-30038408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모든 면을 무조건 줄이면 서로 붙어 있던 폴리곤 사이에 틈이 생겨 Portal이 사라진다.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E364-FB2E-45C2-BDFA-7CDE802A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01623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59260-794E-4364-8613-E1978A90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A9D47-DC49-40A6-8DED-DDBBA27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4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ClampInset은 반지름이 사각형 크기보다 커도 뒤집히지 않게 막는다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8317B-A576-4197-91D0-E95829DA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E181C-5479-42C8-BBC0-0DF012C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DD84A-3915-4E01-B7EA-F9DFDB22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98C88-BB25-45B2-80BF-5B44941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float left = wallLeft ? radius : 0f;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CA4A7-C381-497F-AA89-06A08D1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float right = wallRight ? radius : 0f;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69DB4-48DA-4DA1-9847-A0C9ABC1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F3A1-8422-4AA2-BC43-70E7F73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float maxInset = width * 0.5f;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6B448-81AB-486E-A6EC-673840B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1FCA0-245F-4EE9-BF57-AAB8C84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left = Mathf.Min(left, maxInset);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6FCE8-BE7E-448C-940F-AA7F589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EA054-AA96-4F77-AD49-37FF2A26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right = Mathf.Min(right, maxInset - left);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18EF3-A89D-451F-A610-8514EC7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float xMin2 = xMin + left;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90336-B1A3-4702-ABDB-16DDAD3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float xMax2 = xMax - right;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F584E-668D-42BD-B136-591559B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27413-51AF-49AA-BB14-EED0AF6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C1432-DD26-4D58-BF22-5AE4802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37D50-7246-4385-9EEF-26AB5F1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왼쪽이 벽일 때만 반지름만큼 줄일 후보를 만든다.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AD517-073C-46E2-A84E-0AC9E32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A9B96-B1F9-4540-9B91-1776631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C32D8-F0AF-4854-B21E-F0B5912D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오른쪽도 같은 방식이다.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D1F22-E93D-4218-9C35-AAD1742F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C3ABD-AE03-4F8F-8CF9-CDD3D220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C9620-E67F-48E0-864E-23EF2882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두 면이 한가운데를 넘어가지 못하도록 최대치를 정한다.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A02838-6B02-4039-AEA0-14A29E4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FED36-F890-4EA9-9078-F2D1A6DF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E7198-37F6-478C-92F9-21DA0427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왼쪽 inset을 먼저 제한한다.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68298-517A-407F-9840-2C8E07CD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9C935-7C52-4C62-A855-00AFF23E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10656-C51F-441A-9C82-D6C0B87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남은 폭 안에서 오른쪽 inset을 제한한다.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B21DE-BC35-4733-86DC-D3906BB9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66529-CC00-4FAA-80CA-9562F22B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BBECA-BBBE-4D56-BAE8-DA85CFA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왼쪽 경계를 안쪽으로 옮긴다.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C800DD-D92C-4E27-A276-50FA9567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9AE5C1-A059-44E3-9D4B-E5F567A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6227B-D327-4A5D-B20C-0ABEF45F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오른쪽 경계를 안쪽으로 옮긴다.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07E396-8024-4C4E-A6BA-1862D16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564FD3-268E-4432-B649-58EF21FA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아주 얇은 통로는 폭이 0에 가까워질 수 있으므로 베이크 결과에서 별도 확인해야 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4F06DD-7DEB-4C2A-A5BB-95A43F7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31593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EA546-9F57-4ED9-8B7E-0935067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15D6-8691-4B54-95A9-068A8D0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27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CellCornerToWorld는 셀 인덱스를 Tilemap의 실제 월드 모서리로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AA1A-DFE5-43AE-8944-88DEB2B6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93AE5-9784-40FD-A733-0C661EF2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FB509-5739-499A-AD8B-899E9905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0F0B2-B42B-461D-8635-ED020380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Vector3 local = new Vector3(cellX, cellY, 0f);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7C12C-14B0-41B5-8BEE-2CC0A54E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1E683-B1D3-4D2C-9013-08984FC8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02  Vector3 world = tilemap.transform.TransformPoint(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09912-B4BD-4335-A3AE-229473C0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20524-2B13-40A8-8DC5-2A8542B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tilemap.CellToLocalInterpolated(local));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11427-F46F-4DD0-85D2-0051B58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FA796-36D4-43BC-A963-3C509B2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return new Vector2(world.x, world.y);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130B1-2C91-4F87-BB30-DC4639D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6E4F3-9767-4B5E-A585-F74BF88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11923-DEDE-4434-B4FB-9BD693AA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A9A68-8ACA-4E9D-B440-D3447BE1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정수 셀 경계 좌표를 벡터로 만든다.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86AEF-8B38-4956-9FF7-18B0E15F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2321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6B23E-0354-42BE-B11F-0C7EB88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178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955E7-43C5-476B-B4AD-4A3522B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5110"/>
            <a:ext cx="451485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Tilemap 로컬 공간의 셀 좌표를 사용한다.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A464D-DCC1-49F1-A5C6-69059380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9377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42565-5D33-462D-8D08-7543215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234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690C3-DFC6-4E80-8D97-F5682ABE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55670"/>
            <a:ext cx="451485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보간 가능한 변환을 통해 셀 모서리 위치를 얻는다.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B25CA-9A45-45C9-881A-6B926F5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433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C57DB-6AC1-4020-B1CC-15641CDA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290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777C2-7503-4BA0-BA7A-9BC3151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26230"/>
            <a:ext cx="451485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Tilemap Transform의 이동/회전/스케일을 월드 좌표에 반영한다.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D9639-160B-4125-BDCC-FDF154A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489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AEB04-F0C8-4862-8A06-993B2C6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346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31CE9-FA8E-4E00-9242-279AC79C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96790"/>
            <a:ext cx="451485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2D 내비게이션이 쓰는 x,y만 반환한다.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DC476-03B0-4038-921B-EDE0F74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7863C-94BB-4E15-A291-6C43D48E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transform.position만 더하는 방식은 Tilemap의 회전이나 스케일을 놓칠 수 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E12F0-C2F5-4114-8194-C1408258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1280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6E49E-21ED-4E2A-990F-00B6547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4B51E-8F7C-4177-A00A-4A09B19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3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RectToPolygon은 BL → BR → TR → TL 순서로 CCW 정점을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00C88-E292-415D-A424-BB9F7125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C0884-3CB3-4C67-BCF9-79EFA41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E0979-7905-4807-87B9-56EDC060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정점 순서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4FCD5-2D70-4B58-A5E8-07800723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BL: 왼쪽 아래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BR: 오른쪽 아래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TR: 오른쪽 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TL: 왼쪽 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화면에서 보면 반시계 방향이다.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F1EC7-7BDE-4BC5-AC42-37CACA2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48351-AAF7-4980-83E9-121557E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이 순서가 영향을 주는 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DCA69-4473-4216-A369-75E6981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ContainsPoint의 외적 부호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 방향 계산의 일관성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Gizmo 선 연결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면적과 내부/외부 판정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곳에서 순서를 뒤집으면 여러 조건문의 부호가 함께 바뀐다.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BB34F-9D5C-4FC9-B133-7361876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3CBD2-B993-45AC-AA3D-55A70CC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외적 조건이 이상해 보이면 먼저 정점 winding이 PDF와 같은 CCW인지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7780F-324C-46F9-8F02-1914527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65665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4F7DA-6D79-4F5C-B6DD-D3DE0E13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596C5-8026-430E-B3D1-C24EF6D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25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수평 Portal은 한 Rect의 위쪽과 다른 Rect의 아래쪽이 같은 y일 때 생긴다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854F-27BA-405D-BF5C-D0E4DB0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E5FDC-E35F-4784-A69A-4E6BDAD6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9A427-56C4-418E-BC29-06060E01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C3BC8-13B7-47EB-A109-7237E0D3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if (Approximately(a.yMax, b.yMin) ||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CE954-7E6C-423C-9EF4-F0B0D22B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  Approximately(b.yMax, a.yMin))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EE05-EC13-4454-B181-937FE6E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7942A-3D8B-413F-ADC4-144DD86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float from = Mathf.Max(a.xMin, b.xMin);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D8BF3-0A20-41F9-86F9-CCD7F0C3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0CCCB-C8B3-400D-BA6C-C788F6B5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float to = Mathf.Min(a.xMax, b.xMax);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75CAC-F6C5-4B84-A0F5-7D63C768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5EB1E-17C5-4B57-BCDD-18743FF9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if (to - from &gt; epsilon)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1362B-1F78-439F-80D0-BD5D5796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AddPortal((from, y), (to, y));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7A491-2C8B-49F2-8E6E-B8989277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F395A-83C1-4D3B-8672-246B69CC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B86CA-66A0-405B-B846-CF93D797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7261D-1B62-4EDA-B934-A3A8AE2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0AFED-4413-4D34-8E75-673BD68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A의 위와 B의 아래가 맞닿는 경우를 검사한다.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632C-FDD9-4BF7-9C2C-858AA83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14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9BB26-C94D-4F74-AECD-DEA2016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0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88BB2-1574-4BF8-9DC9-08E818A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33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 배치도 함께 검사한다.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8793C-9AD0-4BDD-AB70-5CFA4ED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02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98193-F4C9-42EF-9E4E-0DA3942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8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B1C04-5EE6-45C2-A5CF-D1069832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21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겹침 시작은 두 xMin 중 큰 값이다.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74211-79C6-4D4A-88CD-543F504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22D46-CED7-416E-8D4A-DD61426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418F1-E299-4C3B-AEE1-887EDC7D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겹침 끝은 두 xMax 중 작은 값이다.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A7853-92F8-4FAB-ABBE-98A39282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78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D1C86-2DF9-4D41-BD50-3F2691C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40DB6-B2E6-4DC0-9801-24ED282D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97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길이가 양수여야 실제 선분이다.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CFB78-828F-49AF-8288-146437C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6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FFCE5A-06AC-4AC6-A6B6-6D1186A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8AFDE-0988-4209-8D34-EAD561B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8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y 위의 두 점을 Portal 끝점으로 저장한다.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14D548-F2F4-44BA-B333-A4BEAD1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72842-A405-45AD-9DF8-EBDD5F3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모서리 한 점만 닿는 경우는 길이가 0이므로 Portal로 만들지 않는다.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A4C88-9F66-4676-A014-8E6DBCE1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4345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FA912-45FD-4066-AF32-5F88939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807FF-C763-46AE-A1BD-E742438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수직 Portal은 같은 방식으로 x를 고정하고 y 겹침을 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74D22-7AAB-4612-8B60-53B0F5E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E608A-1969-4731-8BF9-34D75CA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F447A-70D3-43E4-B7A9-9DA8A10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6EEC6-1A27-444B-BDF1-3C3DC9A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if (Approximately(a.xMax, b.xMin) ||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A4ABD-6F8E-49BE-A097-575DFF2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  Approximately(b.xMax, a.xMin))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1B740-0807-4D5D-BE25-02A58272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BEA27-489C-4FE0-B957-8B7CF2B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float from = Mathf.Max(a.yMin, b.yMin);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F93DB-8FBA-4640-853B-FDFEE8B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CB590-7D22-4C6E-ABDB-D600264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  float to = Mathf.Min(a.yMax, b.yMax);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8FDE6-65EE-4FD7-8366-8E9AD2BE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CBDDD-5508-43A5-8C5E-9F1E7BB3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if (to - from &gt; epsilon)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B67E6-32DF-439B-B637-889C057C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AddPortal((x, from), (x, to));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FA0C3-7ED9-4242-946D-210DE0F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781EA-6363-4759-9C95-97E2507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A1335-D41F-4F8A-B5B2-327C65A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9C02F-27B4-43C0-975E-A3162BC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D6038-447A-4472-A027-244EF213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A의 오른쪽과 B의 왼쪽이 같은 x인지 본다.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7AB9F-4E17-493D-9CE3-020380AA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14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4FF46-FB4B-404C-B0D6-63F4AD7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0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8CEAD-3653-4653-B1A9-4E3DC9D0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33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 배치도 포함한다.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9A235-AEAA-4494-B3FA-D1CAD41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02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48C65-E998-45AF-B158-EE68F23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8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6172A-63FB-432B-B89C-EE7E6225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21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세로 겹침 시작은 큰 yMin이다.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C63B5-F01F-48DB-A34C-3C6C3969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92979-08A5-4B6E-AC67-4E7CF534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325CE-288F-468D-AC0F-FE65927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세로 겹침 끝은 작은 yMax이다.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5DD8C-7203-4C13-AB43-4FC6C60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78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EBF75-EA3F-416F-81A0-A99097E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A178E-3202-4C53-9350-1E7DA7D0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97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양의 길이를 가진 공통 구간인지 검사한다.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9E30A-268C-4374-824D-1405206F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6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B69FF7-CF7A-43DC-B0A2-94C26FA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CE08C-E3F8-4844-9885-CB5E2F3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8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x가 고정된 두 점으로 수직 Portal을 만든다.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81C98-FE5E-4419-AAEF-0A1FCCF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65611A-5811-49AD-A698-698301E9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수평/수직 코드는 축만 바뀌며, 핵심은 겹침 구간 [max(min), min(max)] 계산이다.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5FC17D-0E0B-45C6-97E2-A7DA2351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68550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55605-596B-42C2-9CAA-2A0A0806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B7D3E-455F-423E-9CDE-B25D99EA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3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Gizmo 색을 분리하면 Bake의 어느 단계가 틀렸는지 빠르게 보인다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6E02-C761-4B6F-8B06-B09DDF7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0CCDB-590A-4D27-A436-CF08DA54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9C8AA-BB66-42CC-910C-6FE96DE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권장해서 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1813-0C30-4BE5-B0B4-ECEF7376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외곽선: 병합·분할·Shrink 결과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중심: A* 노드 위치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 선분: 이웃 연결과 겹침 범위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경로 선: Funnel 최종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8306-9B13-4DF2-B6E4-1D43360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A245A-14D2-4AA9-B56E-959C58E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증상별 원인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88020-9A8F-4C95-B234-B6E2E8A9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폴리곤이 너무 작음 → AgentRadius / wall 판정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Portal이 없음 → Shrink 또는 overlap epsilon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Portal이 너무 김 → wall-boundary split 누락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경로가 밖으로 나감 → left/right 방향 또는 TriArea 부호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C4BF5-85D5-4FA9-B549-B7F7581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21F6B-5401-4918-ACBC-373073D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화면이 작게 보이는 것 자체보다, 폴리곤·Portal·경로가 서로 정확히 맞닿는지가 더 중요하다.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17098-3BC4-4CBC-BB9D-E7E8DE0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43669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14F21-DC52-4537-B57B-05A9E46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6D8DA-F839-4AE7-ADA4-7D248E9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Bake 버튼을 누르면 최종 Asset이 만들어지는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6D8C-9F67-415B-A104-7D58D4A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BC56-CF5E-4D0B-9011-3E93B0B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D501-7579-4D57-9471-87576D24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0582D-6F31-491F-9C72-36B0911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44DBF-39BE-448C-8470-D2BAB3A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67365-F197-4082-8FDC-75080B5C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이전 결과 제거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9A3E-78DD-4F30-B840-02ED01A9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2736C-E2F1-4440-9628-D2BC1A9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6C2E-8C79-4374-A36C-E07530B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84DC7-DF17-47B0-A4CA-191DBA5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4DCB6-4901-44FF-955F-046F78F1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Rect와 Polygon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1F604-6291-4856-877A-EAF1F1FD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30603-088F-4C04-82E9-E889EC74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3FD9-705E-4C81-9324-65DAECD5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3258D-F708-4E83-88B0-F141B3D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4794A-C111-4D5C-BB05-8E403C6E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모든 폴리곤 쌍의 인접 검사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4DA8F-8FB6-4429-9735-F454AF76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182B8-3178-4701-8A31-4A610FBF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3C496-CDD2-4913-8378-97D9CCEC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375AA-E4DA-4BD0-861B-1BE67B0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CB7D-598D-43A0-A361-4ED22C8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PolygonData를 SO에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9D50D-356F-4C50-BA80-FC881D67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D30FA-EE21-409E-A627-737CFD5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D0C9B-75B4-45BF-BAE2-94483B6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0FC9E-E6AB-4E0F-9C79-876C5B0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A5C45-D694-4F0C-9287-3635291C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런타임 NavPolygon/Map 준비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E1A56-6D3E-4D98-8708-8D24FEC2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Inspector에서 BakeDataSO가 비어 있거나 다른 Tilemap을 가리키면 런타임 경로는 계산되지 않는다.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3EBD83-7BEA-4497-ADC6-B6A61840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753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E973A-187E-4132-8552-F2B56E0C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FUNNEL · 머릿속 그림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E3765-04AC-4847-B1B2-FF4F47FB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Funnel은 Portal 양끝을 좁혀 가며 보이는 통로를 유지한다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18791-A3C7-4789-AFDA-64784F5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A862A-2526-46D5-8B43-AD16523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66106-87B9-4691-873C-D803238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C2C6D-ABC3-46B3-9292-8EA7A234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812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C54D5-D53D-444E-960A-D647C36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54A06-7A58-499D-8077-901AA15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515BF-D581-4120-B86E-6D4F4C5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002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6A100-8EFD-4FA2-A83F-99074FB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95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316E2-5266-43E5-B918-BDBE006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0E1D6-5192-4EBD-9363-6C4BF0A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57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5C697-2DAC-4C2D-8DAA-45C4F7A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85D00-F3FF-43E2-B5A0-773BB283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56DE2-2931-4EB2-AB83-407F099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38375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3F8F1-9777-4B90-BBC9-AE209FB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33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51A0C-35AD-445A-8E8A-73C2CF6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A5712-83A1-43ED-91C5-2DF0775C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0494E-0B16-4151-A488-8249AB0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C1ED2-6D36-4B78-8D25-8EA0471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38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E0457-7417-44EE-9600-A5AEB62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62350"/>
            <a:ext cx="686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56B7A-38B1-465F-A947-4B78BB81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62350"/>
            <a:ext cx="686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293AB-0A11-48A3-BCE3-D0FBC43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각 Portal을 지나야 한다는 제약 안에서 시작점에서 보이는 좌우 경계를 갱신한다. 두 경계가 교차하는 순간, 반대쪽 코너가 반드시 거쳐야 할 waypoint가 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17C93-90A9-4494-8C27-E58842CA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15279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049A01-E68D-444F-87A4-874D5F7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8CD7B-ED7B-4B79-904E-5D27A457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5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시작점과 끝점을 폭 0인 Portal로 넣으면 한 반복문으로 처리할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DF081-7812-40A8-A2DC-ED5C97D8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B7F40-1B84-4B5D-BD08-906FACE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DC4A1-D06B-4D69-9384-C553F07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2DB82-5345-4849-BFF2-D228AE9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var pts = new List&lt;Portal&gt;();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A2557-E4CF-41C3-AD68-78FBB4C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92C51-626F-4228-B8AA-11BA4C3F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02  pts.Add((start, start));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C5AE8-A9F9-4DFC-AB08-CFC57DA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pts.AddRange(portals);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DADCC-EB4D-4785-AFB1-60D2A81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37197-BD05-4368-8E4F-FBECE4B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pts.Add((end, end));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ABA40-7024-425B-BBDF-06E04C18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4AF57-96FA-4508-ACC2-F19640F8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DFE34-3DCA-48F8-8E43-955910A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Vector2 apex = start;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37966-55F1-4A6C-AE28-63F693F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4ACD5-0410-4261-83F4-4C6BDBC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Vector2 left = start;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8E306-D308-463C-A96A-E056AA7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Vector2 right = start;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E3292-7E12-4E2B-8443-4F42ED4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B5F80-5A08-49C7-A5A3-10DFAB60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98F57-4835-45A0-BA75-A9845F6C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6CFD5-49BC-436D-96D4-B6FCD6D2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알고리즘 내부에서 사용할 Portal 목록을 새로 만든다.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AE05C-751F-49AD-A0B5-DCC1D58D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14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8EE43-C5BE-4CD5-8ACA-89154001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0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DA1D1-9185-4192-87E5-C274422D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33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시작점은 left와 right가 같은 퇴화 Portal이다.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3DEC2-0217-441E-B0B7-336C144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02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67BB4-08F2-4976-B66B-85BBF07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8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2BF6A-573B-4BF1-BF81-453DF5F1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21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A*로 얻은 실제 Portal들을 가운데 넣는다.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C2CAA6-AD13-4600-B32A-2E16FE2D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70055-572D-41A6-80DC-B8653005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666AB-C06B-4D5E-BB55-CB317AEA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끝점도 폭 0인 마지막 Portal로 넣는다.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32E304-6D41-4675-84FE-4B98B018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78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7ABD5-023D-4792-92BD-DB2B404B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16E6E-A9B3-4BA9-8838-CD70A856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97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Funnel 꼭짓점은 시작점이다.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ECC85-559B-45A6-B517-EB9C33FB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6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533F7-C3C8-4814-8D50-2D9A8A1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5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BEEA79-D38F-47F1-86C6-7D6F0F9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8550"/>
            <a:ext cx="4514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좌우 경계도 처음에는 시작점에서 출발한다.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5547AF-1BE0-42C6-AE25-C116D493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E3DA42-2CA5-4889-99EF-6C53CE9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시작/끝을 특별 처리하지 않고 일반 Portal처럼 흘려보내기 위한 장치다.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0D3BD-B4B1-473D-A7C0-AD05797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12227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43C1F-F10A-493A-A13F-66DBD25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4DDBE-DC0A-407B-B980-6462EE1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TriArea2의 값은 크기보다 부호가 중요하다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17B78-67B7-4F56-A8B9-897BA25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BAA50-520E-48B4-8A7A-F29505E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20248-F8AA-4D0F-A5BD-FF2229D9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4A0F3-2D86-46B4-812C-37FA27E6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TriArea2(a,b,c)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= Cross(b-a, c-a)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양수: c가 a→b의 왼쪽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음수: c가 오른쪽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0: 세 점이 일직선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5BA81-E0D3-4833-8A83-09342CF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7CC9A-A668-4044-AF2A-5E5E6A93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Funnel에서의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06CCF-AEC2-42B3-A30A-7162876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right가 기존 right 안쪽으로 들어왔는가?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left가 기존 left 안쪽으로 들어왔는가?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 경계를 넘어 교차했는가?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세 질문을 모두 같은 외적 부호로 판단한다.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5232F-1FBA-452F-BF87-2558F4B6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CA120-870F-4240-9945-AEB6875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부호 조건은 좌표계와 left/right 정렬에 의존한다. 조건만 따로 외우지 말고 세 점의 순서를 함께 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8562F-D453-4F4B-B7CE-5CC4F73B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3519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4AA0E8-90BB-4F77-9272-8D43680E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0CB92-E3A5-46FA-BC15-F7BEF6D8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오른쪽 경계는 더 안쪽으로 들어올 때만 갱신한다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D35B2-278F-4C98-96F0-D221FF7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23E8F-7225-44D3-AA67-6A40C91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BCE2E-B3FD-4B2B-9AAD-4B4F3A4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D1609-6BF9-458E-9F53-5AEFA88E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DA6B-C142-487C-B059-C78783B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if (TriArea2(apex, right, newRight) &gt;= 0f)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239EB-E28B-4D06-8722-9698D8C1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if (apex == right ||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050B-9A22-4E45-B7EA-886CB81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1017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E9684-6B21-4B15-B881-4F51E89A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    TriArea2(apex, left, newRight) &lt; 0f)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462F1-EDAA-4DED-8E2E-D034709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  right = newRight;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E34E5-05C3-424B-95AF-C556EA9E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    rightIdx = i;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AC9F4-885C-4DED-87EE-50A0644F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} else 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ECF45-BCA9-497E-9A8D-B5903F5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73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277A4-5CA6-42C4-ABA1-AEA5D83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  Commit(left);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216D7-D428-4201-8226-ECC25C8C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A525-B471-449B-A960-8878897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E5E23-FE2D-497B-B651-2703E45C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7425E-03C9-4D54-843F-85C6C44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4D0FA-4D9C-44D5-9780-FB890B2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AE82A-6951-4487-80F8-A241B29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newRight가 기존 right의 안쪽/같은 선인지 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FF09D-4B3D-433E-B3EE-7FEE080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ED220-95DA-428B-BE2F-50975920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24400-3F36-454C-991B-5A07A29C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아직 right가 apex와 같으면 첫 실제 경계라 바로 받을 수 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678B4-DCA3-4B71-97E2-EA8E95A1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5FC94-F23C-4521-B14E-529B18C7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9C279-E777-4106-A7F6-BF2810D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newRight가 left를 넘지 않았는지 검사한다.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A2A60-1CA4-433A-A962-AE445612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CE2FF-F10B-4EA3-9333-C9DAF6E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EBAF4-BCED-4875-BAD4-4FFC8828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교차하지 않았다면 시야 원뿔을 더 좁힌다.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5D16D-DDE5-4C4B-8B9E-9AADBB17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83270-BAD5-4ED6-A335-BAD2E96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6C265-3E76-4CD0-B8D1-01F206E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Portal의 인덱스도 함께 기억한다.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150F2-6445-49E0-AA52-A1B0CEA8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27C5F-5329-4B71-B887-A24AE126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950184-4710-42D8-850C-6E703194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교차했다면 오른쪽을 더 좁힐 수 없다.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91364A-5DC6-4A57-A052-7EF7BB4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01A506-F0D6-4379-84C1-762E2C98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B0ACCA-7ED9-45E8-9A13-2AAC581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반대쪽인 left가 확정 waypoint다.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2538B3-4AF1-4F48-B877-2852E9F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53EA6-9E2D-4BA1-A1D6-4A7A5F16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오른쪽 후보가 왼쪽 경계를 넘어가면 left 코너를 확정한다.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513A10-FE8B-416D-8FC1-4A81B68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90330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460903-1D71-470E-B45D-E1BAF528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0BD8-B173-4658-AF67-D7363FD0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왼쪽 경계는 오른쪽과 완전히 대칭인 부호를 사용한다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2940F-5B02-4A29-9DD9-7D3703A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EE16F-5D57-4639-8EC7-3B5D9373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B95B2-A343-4E4B-9BC9-6E40555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33F50-4E5C-43FF-B421-0F91D95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FFAE0-D72A-4921-9786-C043092F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if (TriArea2(apex, left, newLeft) &lt;= 0f)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7531E-773F-44CF-8882-27B9E475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if (apex == left ||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01216-F505-4A5B-80E9-EBA16C04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1017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55B1D-3220-4517-9E34-18AE027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    TriArea2(apex, right, newLeft) &gt; 0f)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E94A9-C246-497D-9254-9C08B624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  left = newLeft;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76DBA-D009-40DD-8FC3-C50F4A72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    leftIdx = i;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8C39F-8A46-4398-B25C-9FC0BB2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} else 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A3226-04DC-489B-8934-0CE6FA0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73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2A572-83B2-42FA-ACC6-0A86C05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  Commit(right);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43FDA-03C2-4BF2-85A8-80603BD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08  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CDE24-CCBA-4608-A7F2-F5F6F29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E9792-6F66-41F1-B6A0-26C8F740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BB8EF-2D78-4DD1-82DE-C00FA435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35A83-9D17-40B2-8C25-74CFA4FB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FE462-FB9A-4A77-9391-1C2D1BD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newLeft가 기존 left의 안쪽/같은 선인지 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EA08E-7268-463F-A46C-899ACE73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00B69-D126-4129-B9AA-2EB3A3E4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73716-E5DB-4663-93CA-620E885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아직 첫 경계이면 바로 갱신할 수 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01FFE-9E9F-4E46-BCBD-38B47DE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398C2-ED01-4AEF-967E-DE93CD73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CEFB1-45E0-4576-BA50-FF66339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newLeft가 right를 넘지 않았는지 검사한다.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DB222-897A-4DB6-A659-5202CF2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8ABF0-0CDD-478B-8DF9-9621D538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101FB-64EF-4AD3-A0F5-E3ACFA7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교차하지 않았다면 left를 새 점으로 좁힌다.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195E3-D9F3-4C3B-A674-49C112B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9D9FF7-1C48-4696-B533-93D8049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1888F9-400B-4ED0-861C-B7362DE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해당 Portal 인덱스를 기억한다.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B11C18-8DCE-4EC6-9F72-969C861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321DB-69BD-452B-BDD6-9FE9C7E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6F5810-F46B-4465-B50F-1A784FE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교차했다면 left 갱신이 불가능하다.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B430D5-FFC2-4253-8FEB-DB55EA8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079F5-0B90-4260-AB0C-EA14FA0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01A2A-6C54-42B5-ADF0-AFC9E3EB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반대쪽 right가 확정 waypoint다.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FAB3CF-1962-49A4-8A53-DDFC0FF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DEF933-B62D-4D22-BC37-64C012F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좌우 분기의 비교 부호가 같다면 winding 또는 조건이 잘못됐을 가능성이 높다.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2B45E4-BC3D-4FAD-91E7-03E29DE3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8632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6E54AA-557C-4B8A-8F15-F6398B4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830B3-D990-4039-920F-39FA715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2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코너를 확정하면 그 코너를 새 apex로 삼고 해당 지점부터 다시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6D60D-1A94-4681-B6AA-312B08C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F030E-6E74-4DA8-8C5D-4E1141C7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50D68-C813-4B70-94F4-EFC9045D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FEDA8-8744-4FFE-BE82-8C41B5D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9E99-B19C-4ABA-A390-D689E6E8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path.Add(corner);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023FB-47F0-4F37-9D1F-3E52738F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apex = corner;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247F9-2B97-4B20-BD73-2939507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apexIdx = cornerIdx;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C8E61-DD22-4F68-BDA9-13BF839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18F3B-7254-4181-820B-1911132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left = apex; right = apex;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778BE-8875-4003-B3E4-248D5E3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leftIdx = apexIdx; rightIdx = apexIdx;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79FAC-6EDA-4342-B4D4-0FE5962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25275-BF1F-4041-BFCA-23FE8A8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i = apexIdx;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160D3-2EA4-4B76-B886-1508594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continue;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55981-9079-44E8-BFFA-AFCCD99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54461-1426-41A0-BFB0-60FF5943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98E80-0E6A-44C5-9233-75F44F6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7D88B-3714-4073-B089-B01D73F9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반드시 거쳐야 하는 코너를 최종 경로에 추가한다.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C4E60-5074-464B-98DF-FFBDD876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807D7-D06E-4CA7-87B3-E19F41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F2B32-2D6F-4DE0-A4D1-D32EC4B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Funnel의 꼭짓점을 그 코너로 옮긴다.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97D59-21A8-412C-B47A-12A9CB34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34550-92FD-481B-BBEA-5E5035C9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61BCF-8B62-4040-9B6C-69C99B6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코너가 나온 Portal 인덱스를 새 기준으로 저장한다.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B93F6-A469-436C-B3BE-5037BB5E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B4A41-7977-4D9D-A9B7-FA8F796A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85D3B-3791-42CC-9532-FF2AED6B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이전 좌우 경계는 더 이상 유효하지 않아 apex로 초기화한다.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790D0-D563-4C0A-8E0C-0CB2AEE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FF554-0720-4892-BB3C-B33DEC1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2822B-00D6-4E52-B1E5-CFFDB73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좌우 인덱스도 새 apex에 맞춘다.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661048-420D-4544-A580-E7821884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50274-A649-4EC2-BDEB-AE8F88DB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653F3F-4FC2-4646-ADE8-3E46EA7C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for문의 다음 i++까지 고려해 기준 지점으로 되돌린다.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2D7E1B-F749-42E3-905F-14BEC9CD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551DD-C95A-4A8F-8547-1A9BFC7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D38E9-A658-4E73-86B3-4A85BF9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반복의 나머지 분기를 실행하지 않는다.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7B0317-6725-4878-AB65-C46E52A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5081F7-4B42-43DF-96B5-3A9ED29A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i=apexIdx는 무한 반복이 아니라 새 apex 관점에서 이후 Portal을 다시 평가하기 위한 되감기다.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C79612-33EE-4A11-9ECE-49509493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27430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F4EA1-9E34-4E6C-AE68-EC413FA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1F938-91D0-4F86-ABAF-8A0EFBF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AStarNode의 G, F, Parent는 서로 다른 질문에 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0EB88-8516-41D0-8E99-7539424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9932D-1DE2-41BA-BBA9-3F77FD60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8E8E5-D44A-4606-8F04-1E30CC8E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FD167-F2C1-4F4E-8567-FBC1616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G: 시작 폴리곤에서 현재까지 실제로 든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H: 현재에서 목표까지 남았다고 추정하는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 = G + H: Open Set에서 누굴 먼저 볼지 정하는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58B0-6CAA-4A12-9023-361D603E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1BD4C-CABF-4027-B458-F785814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경로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5ADCE-F837-4063-B820-C91A4A1C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Parent: 이 노드에 가장 싸게 도착했을 때 바로 이전 노드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목표를 찾은 뒤 Parent를 거꾸로 따라가면 목표→시작 순서가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마지막에 Reverse하면 시작→목표 폴리곤 경로가 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86A7-2C43-445E-ADC3-34BBD610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8701-19AE-4C9A-9D11-3122E09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G는 확정된 과거, H는 추정된 미래, Parent는 그 최선 비용이 만들어진 출처다.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23087-EE37-4F47-94EE-6D50EEEF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8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08827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695249-CE3E-4C1A-9B10-0F55D1B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38A93-05B9-4372-B7DB-3EACA891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6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 반복문은 가장 유망한 폴리곤 하나를 꺼내 이웃을 완화한다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8A97A-52E3-4A80-B882-CF18B5C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070C-AB84-4775-AF9C-B1AED629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6FD49-3C69-4824-8947-C932A66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4541E-E093-4513-A26B-78A52FCB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while (open.Count &gt; 0)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4ED9A-E904-4B4C-8836-ABD91287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8236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09360-3F27-4B39-8FE1-6B8C71D2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6811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02    AStarNode current = open.Pop();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A7BA1-7FC4-4EE1-9C47-DA1207BF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8623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610AF-0FAD-4B13-B12D-680BD14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7198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  if (current.Polygon == goal) return Reconstruct(current);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2C897-87C6-4868-A23D-4293A6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7584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closed.Add(current.Polygon.Id);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22FAA-B7BE-47E2-B44A-B3B393CC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7970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  foreach (var portal in current.Polygon.Portals)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44833-8538-49D3-AA34-DDD6531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8357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  NavPolygon next = Get(portal.ToId);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14316-C497-441A-9769-01B1D8E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8743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    if (closed.Contains(next.Id)) continue;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73B77-5308-400B-B11C-6D160782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0555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DB8E1-37C6-4581-A5FC-C4CB579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9130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08      float newG = current.G + Cost(current, next);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3C4BF-8FBE-4D02-91FB-3C2B8A02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941"/>
            <a:ext cx="5276850" cy="301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C5409-37F4-42FE-B159-292D844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9516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09      Relax(current, next, newG);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813C2-9C16-4385-AC52-477AE3B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9902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10   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32354-1AC0-4EAA-A5C0-51AC29B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0289"/>
            <a:ext cx="5143500" cy="32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11  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A8825-98EE-4F47-9FAA-82CC0ADB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AD7C6-F6FA-45AF-B2B0-37A2D80E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8218B-6B14-4958-9DC0-903B379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4CC0E-2865-47E1-A0BF-08A3DD79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검사할 후보가 남아 있는 동안 반복한다.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FAD4D-6CF0-42C2-B039-8D1A627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CB2AE-6817-43BF-B000-699BED1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F0FDB-B06E-4BE3-BBBA-ED3BEA7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F가 가장 작은 후보를 MinHeap에서 꺼낸다.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C1FD7-22EA-4A20-8817-A749872A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16D06-E39A-48F7-8FF2-ABA5E696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64277-93BD-4CC4-B4F7-0D68EDEA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 폴리곤이면 Parent를 따라 경로를 복원한다.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9231B-1A76-4A77-9CF4-EA5A665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6A8B1-1EEB-49CA-AC10-A32A579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1F369-9234-4FE1-9520-68D67BB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폴리곤은 처리 완료 집합에 넣는다.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FD92D-7050-467B-B8F4-BCDD097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A72D2-C489-4008-B9EF-99684EF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FFFB75-BE0A-4B83-94B2-1E06E1C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폴리곤의 모든 출구를 본다.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AF4787-1420-4AB8-B236-A2DC7E7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14D078-BB99-4332-A4CB-196D71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D02081-671A-4CD9-AAE9-1BDCE8DB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Portal의 도착 ID로 이웃 폴리곤을 얻는다.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B34F76-EEEF-4812-9935-39B131FE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106959-90F4-4BBD-9F23-1F69D42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17D672-17C7-4E90-8770-81D825B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이미 확정한 이웃은 다시 검사하지 않는다.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3EDF0-B44C-4C1D-8C47-349486A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FD393A-54F8-4BD0-94C7-9984739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Relax가 더 좋은 G를 발견했을 때 Open Set의 노드를 추가하거나 DecreaseKey한다.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4B9155-6805-4447-A2C6-175083E4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6540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8898D4-174F-4DDC-811A-0611829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96196-5AD6-4F14-81BD-3B62B9C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5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더 짧은 경로를 발견하면 Parent와 G를 바꾸고 힙 우선순위를 복구한다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5D3C-D141-48D0-B85D-084DCE5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7F401-9327-4FF7-B054-1C114AB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29E53-0CCB-4E4E-B6EA-774AB701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7C08F-394C-43B3-B06C-25B563C6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if (!openMap.TryGetValue(next.Id, out node))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82E5C-1E79-47F8-AE44-F3E35B2C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  node = new AStarNode(next, newG, Heuristic(next, goal), current);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03D38-6109-4C92-AB45-99EB331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  open.Push(node);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8C535-8740-48FE-813D-D8497A1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04    openMap[next.Id] = node;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8334C-2732-4DAE-BD3F-586F075C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418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35C17-E5DB-4490-82E4-C67D256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} else if (newG &lt; node.G)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E2EA6-B4EB-474A-B4D1-1FAF8A8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5767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267A8-3008-485C-B95F-83A8FA21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06    node.G = newG;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9688-A2D9-4FD1-AE76-E93AFC5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73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A6F86-64FE-4A64-B14A-7C4C6CF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node.Parent = current;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C703B-DE10-445F-981A-E645769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893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FEB95-124C-4CD7-8D59-6A7AA99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08    open.DecreaseKey(node);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069F2-E49D-4716-9B59-F8B675B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79189-C915-419B-8F3B-83AC53C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F90E-E4EE-4B8B-9D3A-AAAACD0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A17F6-9028-4F86-AC20-01225C21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EAEF-5212-417C-BD9E-E07F114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이웃이 Open Set에 이미 있는지 확인한다.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DCDA2-51F1-4965-86CB-3B531E4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A026F-A915-42A1-9F41-D9EF9B37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3B80E-10BD-4A2C-ADC8-87F56D6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 본 폴리곤이면 새 탐색 노드를 만든다.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5B235-913D-41E1-AD11-C0808BAB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8EBD6-BA60-44B0-B9F8-58AEC39F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3E688-B83A-4DAF-9779-CDBA5B6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G, H, Parent를 함께 설정한다.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67C1E-88FB-45FC-B702-00590703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75529-921B-44D5-AE0B-0CF132C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D1401-ECD0-438E-BC43-37F3867B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후보 힙에 넣고 ID 맵에도 기록한다.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C742A-2CF5-4A30-AA88-5F98F89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6E400-BD05-4E9C-A4FB-B96C13C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F48D5D-F2DA-4D75-BB72-C8C53EA8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이미 있어도 새 경로의 G가 더 작을 수 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FF68A-A10E-4080-86E5-CFA11B5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8D99CF-1F29-4728-B592-4B2F79AC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2B62F9-1E17-4755-8E9D-D1B6509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더 작은 G로 비용을 갱신한다.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DA417-486E-4950-8062-5DE9A33F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AC8AE8-C6CF-4246-B901-E447EF2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7A2A76-58FA-4449-B635-280A889F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최선 경로를 만든 current로 Parent를 바꾼다.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B986F5-68F9-425F-A605-B9017AE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D770B4-D1CC-47C7-89A4-6E74AC25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G가 낮아지면 F도 낮아지므로 DecreaseKey가 노드를 힙 위쪽으로 이동시킨다.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6C36F7-40D7-46B2-944C-22D3D8A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00904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3A490-0C2E-42C8-A7C6-43C9CA44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CE330-6E65-46BE-B63D-EF424E5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Portal의 A/B는 진행 방향을 기준으로 left/right로 바꿔야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7DA67-A6AD-4A48-B476-3DF2C61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0B5E7-9726-4B22-B75A-D3AAFE3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B91D-D035-453C-96A2-F652555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37191-3231-4241-9FF6-87F4AAB9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1BDF8-4C9A-4A41-95B6-CC9781C6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Vector2 dir = next.Center - current.Center;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F9894-E500-4B43-BD6D-35A4E91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Vector2 mid = (portal.A + portal.B) * 0.5f;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0B4F1-136F-48BE-ABD1-FD2B9F1B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D09C-C0D8-40A8-8337-479A5F68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float side = Cross(dir, portal.A - mid);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ED039-A65B-4A20-A98F-4C00F7B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54E04-C6FE-4D70-B700-84C17F6C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if (side &gt; 0f)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E884C-6284-4891-A029-367C7DD9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  oriented.Add((portal.A, portal.B));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AEA87-10DA-4662-8073-3C434CA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else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3EB2D-120F-4986-A0EB-15264AC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7DD91-8390-4B01-B8BE-66EF382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07    oriented.Add((portal.B, portal.A));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E5999-4569-4F37-BA79-1A7A0AE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A165A-10E8-4667-AA67-2827E6D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41276-BD70-4DBC-B535-DA3A07A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1913E-ED97-405E-A576-10248677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폴리곤에서 다음 폴리곤으로 향하는 진행 벡터다.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8127F-12F1-4BE7-AA5D-E2E8D9A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1E2CF-360A-4958-A46F-1FEFAF9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6D4F7-EF8D-4594-A157-D8C8448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 선분의 가운데를 구한다.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E5B0A-B0FA-44CF-A2AA-D98A62F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3BA04-BED7-4168-AA3A-BBF1CCF8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EF755-6410-4962-B683-116757DB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가운데에서 A로 향하는 벡터가 진행 방향의 어느 쪽인지 본다.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307CB-3D51-4E8C-A090-01FF9113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AE8F5-6536-492F-81E4-3C08E08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A34F4-347E-4C43-B37B-7777AC4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외적이 양수면 A가 진행 방향의 왼쪽이다.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09E187-6AD8-434B-B850-9686C7A3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892EE-6B58-4991-BD7D-1A329AC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0BA03-D9EF-43C1-BD7E-2568977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A를 left, B를 right로 저장한다.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15577-A9D3-43BA-8C76-6C54477C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0950F2-16A2-4269-9758-810F0D9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44F172-3A25-4572-9A98-36E5A65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반대 부호면 A는 오른쪽이다.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27147-A787-4C1B-8ED3-6ABF10E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E99136-B334-4FE5-8C96-40FB621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BBAD06-C49B-48D1-B583-25DB6DD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순서를 뒤집어 Funnel의 전제를 맞춘다.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8896FE-F91D-46C9-A7A2-9BA54D49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4801A8-0C68-443B-9B49-1B8D62BD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Funnel 조건이 맞아도 Portal 방향이 뒤섞이면 좌우 경계가 교차하여 경로가 튄다.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8AD72B-2206-4B8C-A00A-0FD3D73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66574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5AE2A-D4C4-4E49-80BD-A8211511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82F3B-F467-43EF-A638-A38D8BFE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3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GetPath는 Unity 객체 접근과 무거운 계산의 경계를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FA4CA-F3F0-4FD2-B16F-5702645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F32B2-AF1F-4688-AB59-2DDB4F9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17DFE-79D6-4717-BA42-CD45B53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ADF83-2214-471B-99AE-BA077ED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F3A6F-B684-4B1B-A687-3BBAEC6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D21BD-1F2D-4379-88F3-92B551A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메인 스레드에서 시작/끝 폴리곤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E86A-7B9A-4877-99FE-4CCE934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D255C-0C23-45A9-93A5-42B524F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EFA4D-DB92-47A5-880C-03000F50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7D4E2-6CCB-465A-866B-11A56974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FBC43-F953-4107-81E2-1667CEF7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경로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DCDF9-FF19-4D4B-B362-447476F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705E5-4627-4B88-9035-29E7FC28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6C56C-2F44-4743-BEC5-F466568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68BD7-C8F5-4066-95EF-29A794D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Orient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33D56-4AE6-46CD-A19B-9646FFF7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Portal을 left/right로 정렬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CFC8D-7258-4FCA-BE94-FE1FABA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C4A55-9FBD-4FAF-9E9D-580B2E3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43265-5E8E-4ABF-BB99-04BD4DAC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79545-A210-4DFB-82B2-FA60DF38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2AA02-EE22-4B62-B58E-153E532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좌표 waypoint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6E6F3-3331-4149-8FAE-BC8431F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3C059-74E3-4B8E-815F-3F31724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647B1-5027-444D-8A91-4EF0E5C7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1D07C-D443-43E1-A7BE-9441690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Apply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E4B8D-CE1E-476F-8417-FD54AF83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취소 여부 확인 후 현재 경로로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6F623-3B17-40EE-BCD9-978542A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비동기화는 알고리즘 결과를 바꾸지 않는다. 오래 걸리는 계산 중 프레임 정지를 줄이고 이전 요청을 취소하기 위한 구조다.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B09DB-26BF-4558-9C2A-D6CF2FAF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676933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F8487-5DC7-40DD-A6D8-F2123CC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A105D-C0DF-49AE-BD23-2FF13D15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61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 폴리곤에 도달하지 못하면 가장 가까운 부분 경로의 끝점을 경계에 투영한다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C3CB-4CCD-42C2-8175-48816724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C6C5B-3B39-4A2F-8E52-D5EE8BC1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22501-9A0A-4C7B-9D3D-5ABD553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67B6C-EBDE-439F-88FC-719A7B20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01  Vector2 ab = b - a;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76B5B-4D82-4D64-B9EE-451795BF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65207-22E1-43BA-96C9-3407B54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02  float t = Dot(point - a, ab) / Dot(ab, ab);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B0F5E-D424-48EA-AC05-1EB076C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5FA91-DEBB-45EC-9050-A83456C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03  t = Mathf.Clamp01(t);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C4E10-529B-48D6-972F-D266CE9C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527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F6666-8FCC-4338-9893-50FB9B72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Vector2 candidate = a + ab * 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03C57-0134-475F-B78B-4B3E44B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05  if (SqrDistance(point, candidate) &lt; best)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1D8EC-A870-41B4-962C-455251D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closest = candidate;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2FAF8-B86F-4912-92A9-457FDDA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3F7E1-9418-4292-BE0B-85CC923B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DC8E6-3825-44D7-8FC9-AA4A1CC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737F4-8531-482F-A980-6E89490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폴리곤 모서리 선분의 방향 벡터를 만든다.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3981C-BF7B-492D-A482-103395DC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3CE8B-F730-43AB-A869-781A987B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6A68C-C2EE-4C31-A3AC-914674A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점이 선분 방향으로 얼마나 떨어졌는지 투영 비율 t를 구한다.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B7305-72B2-4327-B6B5-5219958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8A115-035E-4A9A-BA11-3CC25694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15520-ABE2-43D1-B3B0-5621451D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분모는 선분 길이 제곱이다.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38571-1594-40AD-AB55-B8D92C2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87849-C540-4D4E-A6BD-F94CA14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83BBB-DA8D-43F7-8A1F-DBD1ED67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0~1로 제한해 무한 직선이 아닌 선분 위에 둔다.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4974E-CC2B-42B7-B16B-C962261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A25DD-A4CA-4FC0-9609-B52439B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6B9A98-6593-45EB-9621-FBCF957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선분 위의 실제 후보 좌표를 계산한다.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6DE7E-0AEF-4304-ACD4-54F7AD8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1E3B6-4BF3-42AD-8C11-C1A86E5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5DC46-8DCD-4855-956A-E5C546D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현재까지 후보보다 더 가까운지 제곱거리로 비교한다.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BB489-EC7A-40C8-939A-AA2A550B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43018-E75F-492D-AF05-2AF124D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D64C4-BEC3-426B-B654-9E81F25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가장 가까운 경계점을 갱신한다.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7FF118-2029-4D4D-A4A0-0DFB948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68E069-A396-4333-BC3D-A1AA3F9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도달 불가일 때 end를 그대로 쓰면 NavMesh 밖으로 선이 나가므로 도달한 마지막 폴리곤 안으로 clamp한다.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F12C9B-3CD1-4D6E-89EA-2E28968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78309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88A386-8A3F-4F1C-9DE8-0F3D0D2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CODE TRACE · 한 줄씩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39565-D965-42DA-8E48-D646C34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58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Update는 현재 waypoint에 도착하면 인덱스를 넘기고 아니면 그쪽으로 이동한다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5EC7C-3336-4BCE-96F2-F1E80D2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4FA43-0FEB-4213-9B6A-B7A0119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1C959-C52C-4EC3-A3D9-CD876B7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67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6F7C3-539B-4D46-927F-0FFC934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18B4-E408-45CB-9E31-2A70A02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01  if (!hasPath || pathIndex &gt;= path.Count) return;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F1B32-D730-490B-82C1-80C26352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80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02  Vector2 target = path[pathIndex];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3DE32-ADF7-42BE-B0AC-A500E104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95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03  Vector2 delta = target - position;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3EA0A-4512-47AB-9D02-E4FA22A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2600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CD1D4-3702-4C54-BF96-F8E5334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117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04  if (delta.sqrMagnitude &lt;= arriveEpsilonSq)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3D389-7340-49F0-A276-D2B39CA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418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D801D-C7B7-4743-B1A4-3691D6D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275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05    pathIndex++;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6CDBD-7BE5-41D0-8B04-470E0A6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434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06    if (pathIndex &gt;= path.Count) CompletePath();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EE382-135E-4634-9AF4-7F6E982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925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07    return;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7C45D-B9CF-4170-B9D6-F75DD011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8933"/>
            <a:ext cx="527685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B14E4-1252-4E4A-9E2F-CC9B664C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7508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DCBF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DCBF4"/>
                </a:solidFill>
                <a:latin typeface="Consolas"/>
                <a:ea typeface="Consolas"/>
                <a:cs typeface="Consolas"/>
              </a:rPr>
              <a:t>08 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FBFAF-37BD-4495-BCD4-E86965A5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9092"/>
            <a:ext cx="5143500" cy="39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4F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4F4"/>
                </a:solidFill>
                <a:latin typeface="Consolas"/>
                <a:ea typeface="Consolas"/>
                <a:cs typeface="Consolas"/>
              </a:rPr>
              <a:t>09  position += delta.normalized * speed * Time.deltaTime;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E9A5F-BD5A-4AFE-8B76-112B0A5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85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줄이 하는 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036F2-3BC5-4433-A65B-BA338512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3AB7E-48DA-4AC4-9343-C4173F6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91D21-6A3A-46E2-8A73-C0F5F69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유효한 경로와 남은 점이 없으면 아무것도 하지 않는다.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3A939-C3E7-499A-902C-603D564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1621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B5391-225B-4D61-BDDD-36BC8B3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0196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CD2C3-E444-4178-BA21-0F63C35B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3521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따라갈 waypoint를 고른다.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508E5-EECA-4889-8841-0AA226D7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0593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6B271-022A-487D-88DC-9635C38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9168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0261A-D742-481A-8B51-43CF12D2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72493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위치에서 목표점으로 향하는 벡터를 구한다.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F2FC86-D0B4-48FC-9EFB-8C719693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9564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4D0E5-F385-49F9-9982-14929F67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8139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7743F-5165-4C88-91A4-5316969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1464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충분히 가까우면 도착으로 처리한다.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8B96A-7F5A-4226-9A84-C2BBF05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8536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BDBAA-31C3-4206-B08D-B5B4D625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7111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FCAA2-60C1-4A94-9E68-BEAAC99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0436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waypoint 인덱스로 이동한다.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209E77-85D8-489D-9B2E-15E0D48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7507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5645A2-FED0-4240-A07A-FEF61640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6082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87FAE-E1EF-482A-B8C6-D0E04B58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9407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마지막 점까지 끝났다면 이동 상태를 종료한다.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E22DA6-0748-44E5-AABA-8C2209D3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6479"/>
            <a:ext cx="3238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6C5DCD-B5D2-43B0-8C9A-DE0B8AF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5054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493495-137D-4877-87D2-C00DC11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8379"/>
            <a:ext cx="45148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아직 멀다면 속도와 deltaTime만큼 전진한다.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9F7F3C-951C-4721-A824-EB04147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AF1405-C60B-4C5C-8E26-E62D7B1D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핵심: sqrMagnitude를 쓰면 매 프레임 제곱근 계산 없이 거리 임계값을 비교할 수 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DA3BB6-B3F5-4354-BE34-26F8155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429845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23AD2-9EE4-49E6-B224-90CEF162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66C0F-FB87-4E79-AF47-F077FF9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8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Enemy 코드는 경로를 계산하지 않고 NavAgent2D에 목적지만 전달한다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BC78B-0D2B-4E09-83A1-F9101FFC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84FF0-58AD-4CE2-BAB5-47CF922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3380B-3554-4007-AE0A-D22755F9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AbstractEnemy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36036-ACA5-492F-8B9E-A69C2C5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NavAgent2D 참조를 보관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 Transform을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행동 상태에서 SetDestination 호출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필요할 때 ResetPath / InvalidatePath 호출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1CDDE-C8EA-4460-A055-79B69DE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51B35-45F1-40A2-BF1E-0CC68F1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MeleeEnemy + LineRenderer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1A9C0-3094-4174-B145-DBD805DB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계산된 PathPoints를 선으로 그려 디버깅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각 waypoint가 올바른 Portal 코너를 지나는지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중요: targetTrm이 Inspector에서 연결되지 않으면 SetDestination 자체가 실행되지 않을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8D1DD-5268-4EAC-9C17-632EC7B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9C0A3-29D2-477F-A542-8A11F24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적 AI와 내비게이션의 책임을 분리하면 경로 알고리즘을 다른 캐릭터에도 재사용할 수 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A3FD1-A7BB-42DF-93FF-358A65F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62281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8E8F9-16C2-4EA9-B038-AE1B02D0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PROJECT CHECK · PDF와 TevLib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10380-0ECD-4467-BEDF-5A72C12D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58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프로젝트는 핵심 알고리즘보다 테스트 연결을 먼저 확인해야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8FF3E-E869-48E8-A74A-A1BC5688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9EF1B-9131-410D-852C-EA134954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055FF-D024-4FA6-86D4-5854ABC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87A4C-5A20-4BF9-B6F0-8751169D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비교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15857-5A21-44C5-9A80-028E9D42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48339-FA1E-4041-95ED-0B872C4E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3AF4C-723D-423A-A142-E2415FD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MinHeap / Bake / Funnel / A*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67D3B-F915-4FD9-963D-5CEF2B90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764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PDF 핵심 흐름과 대체로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5D210-A56A-4BDA-95F5-70E4CE1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764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정상 범주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DFC42-FCC3-48A2-B3B7-3046854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A2C1E-5C9F-4E64-80CB-DD61E4A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비동기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2B78C-78BD-4633-8B12-8FA2F04D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PDF Task 대신 UniTask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2B03B-5AAB-45EB-8C94-8869C7F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622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구현 차이, 오류 아님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BA45D-E900-405B-80E4-9A276FBF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09663-8AD3-4EB4-9F3E-D3139BA2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BakeData 초기화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F7B04-EA9D-41AD-97AA-4D19488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OnEnable 대신 Baker에서 Init 호출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197B0-8E7B-4BAD-BA62-DF2C0CD9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480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호출 시점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49F9E-E10F-410E-9FFA-ACDB1EDB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727A1-C3E4-4C89-A478-1AC8D261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MeleeEnemy.targetTrm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F9C8A-8905-4246-8A46-443CD97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SampleScene에서 null로 확인됨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CCC7E-B6D0-4694-8168-ED11FF0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338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53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534F"/>
                </a:solidFill>
                <a:latin typeface="Malgun Gothic"/>
                <a:ea typeface="Malgun Gothic"/>
                <a:cs typeface="Malgun Gothic"/>
              </a:rPr>
              <a:t>우선 수정할 테스트 설정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5E9DA-D7D3-4917-9247-B594D10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33C05-75BF-4B2E-A532-3498FB5D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StoppingDistance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FE46C-199A-4256-85E8-E6ACC497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PDF 선택 과제 부분 미구현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BC347-9E51-4DC6-9461-074B5EF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19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필수 핵심 아님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C8A58-653E-4C9C-BA75-0057F9D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C49C4-0C6E-4AEE-AF86-3A2D2C4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5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경로가 전혀 안 나오면 알고리즘 부호보다 먼저 targetTrm, BakeDataSO, Tilemap 참조, 시작 위치의 폴리곤 포함 여부를 확인한다.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88CCB3-7F31-4382-B429-A305DDE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373753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5B42C-6915-4BAA-BD67-8D3B466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POLYNAVMESH · STEP BY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51152-DBBF-4A6D-9D93-9CDBCAB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23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StoppingDistance와 RemainingDistance는 ‘경로 계산’ 위에 얹는 이동 편의 기능이다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491B1-4BA8-4B96-A5AD-096C643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03D27-A816-4BB5-A297-00E0F16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B9A55-1B20-4A14-ADEB-EC2C7F4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RemainingDistance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D0D16-7C17-4586-8638-023CD302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위치 → 현재 waypoint 거리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+＋ 이후 waypoint 사이 거리의 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직선거리보다 실제 경로 길이에 가깝다.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UI, 공격 전환, 애니메이션 판단에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1CD3C-34E3-4072-8883-BC214DC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638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7F6C4-8854-4D57-A07C-2C7CF9E5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StoppingDistance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D1F5D-AA7C-4E3F-AFD3-91995D0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목표까지 남은 경로 거리가 이 값 이하이면 더 이동하지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근접 공격 캐릭터가 목표의 중심까지 파고들지 않게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Funnel과 A*의 정확도와는 별개의 정책이다.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99C8C-ED0A-4A8B-8491-DB240A1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0D5B8-634C-4908-BC01-91ADD53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선택 과제를 구현하지 않아도 PolyNavMesh 핵심은 완성된다. 다만 캐릭터의 최종 정지 품질은 달라진다.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368DD-9092-40BB-9630-307D25B9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59871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729D4-437D-4C46-8C82-47ECD94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EXECUTION FLOW ·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994D5-F9F1-4399-B8FF-DF8B3114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문제가 생기면 결과를 거꾸로 추적하면 원인을 빨리 찾는다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442AD-0174-4F65-8B15-8EBB5F0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ABF77-7557-44B8-A82F-BFA4777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26B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478CF-5983-4134-BE89-CCCEDC55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3508A-66BD-4BAE-8A14-83EE1EC9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55AFE-0BBD-4613-B1D1-6CC1959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안 움직임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7B2F8-9F8D-485F-9F66-A4FBA169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target / SetDestination / hasPath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1B574-8323-4AD9-B167-8EE96B3F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CB7EF-4D40-4F04-A5DB-26AC197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1FF28-DFA0-4001-830A-CF6D74A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AAE4A-B0B6-4546-B2B2-7DB890D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경로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788AC-CF5C-403E-85CB-734CA22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시작·끝 Polygon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611B9-7D55-4D55-B705-B84BFB3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9BEEF-53D7-4B0F-B664-382BA652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2F889-5F27-4918-BDE9-FE6D906F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5148A-9203-4337-B870-B5366A9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엉뚱한 꺾임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76DC8-91BB-4971-A91A-90BEE97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 left/right와 Funnel 부호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524BF-4957-4984-80B0-8DCE19F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24897-AC5A-4C3D-9E9C-B742D67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F37C5-C5CF-410B-974C-E7C0B2C3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3FC23-CD64-42FC-9B95-D88C602D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벽 관통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0FF58-8871-4C50-A366-E13ACB3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AgentRadius·Shrink·wall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E1DC8-6083-4D61-88D0-42B87583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3429000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6364B-CD7F-4DA3-86CD-99F01E8E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381250"/>
            <a:ext cx="199644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736F11-377D-4078-B8EE-6BBDA403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2552700"/>
            <a:ext cx="16154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ED2A4-8657-40E5-BB73-523847C5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09900"/>
            <a:ext cx="16154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연결 끊김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6984C-AC05-4D5F-87F4-DEA9FD3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676650"/>
            <a:ext cx="16154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Portal overlap과 epsilon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53ECA-9419-4208-AA38-A883456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기억: Bake는 공간을 만들고, A*는 통로를 고르고, Funnel은 그 통로 안에서 선을 곧게 편다.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EDCDD-D14A-4B98-83A4-C7BDFB7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1669027"/>
      </p:ext>
    </p:extLst>
  </p:cSld>
</p:sld>
</file>

<file path=ppt/theme/theme1.xml><?xml version="1.0" encoding="utf-8"?>
<a:theme xmlns:a="http://schemas.openxmlformats.org/drawingml/2006/main" name="ChatGPT">
  <a:themeElements>
    <a:clrScheme name="PolyNavMesh Learning">
      <a:dk1>
        <a:srgbClr val="000000"/>
      </a:dk1>
      <a:lt1>
        <a:srgbClr val="FFFFFF"/>
      </a:lt1>
      <a:dk2>
        <a:srgbClr val="262626"/>
      </a:dk2>
      <a:lt2>
        <a:srgbClr val="E7E7E7"/>
      </a:lt2>
      <a:accent1>
        <a:srgbClr val="3D8DFF"/>
      </a:accent1>
      <a:accent2>
        <a:srgbClr val="6DCBF4"/>
      </a:accent2>
      <a:accent3>
        <a:srgbClr val="F3A847"/>
      </a:accent3>
      <a:accent4>
        <a:srgbClr val="D9534F"/>
      </a:accent4>
      <a:accent5>
        <a:srgbClr val="55A66F"/>
      </a:accent5>
      <a:accent6>
        <a:srgbClr val="7467C8"/>
      </a:accent6>
      <a:hlink>
        <a:srgbClr val="3D8DFF"/>
      </a:hlink>
      <a:folHlink>
        <a:srgbClr val="7467C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lyNavMesh Lea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2026-08-19T11:43:19.3040000Z</dcterms:created>
  <dcterms:modified xsi:type="dcterms:W3CDTF">2026-08-19T11:43:19.3040000Z</dcterms:modified>
</coreProperties>
</file>